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4" r:id="rId10"/>
    <p:sldId id="265" r:id="rId11"/>
    <p:sldId id="267" r:id="rId12"/>
    <p:sldId id="269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C3CCA-8B92-4297-8A5C-A74EF92CF6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A5B3DB-A3AA-43DE-8D21-645EFE8DB7D4}">
      <dgm:prSet/>
      <dgm:spPr/>
      <dgm:t>
        <a:bodyPr/>
        <a:lstStyle/>
        <a:p>
          <a:r>
            <a:rPr lang="en-US" b="0" i="0" baseline="0"/>
            <a:t>Automatic Speech Recognition (ASR) → Speech to Text</a:t>
          </a:r>
          <a:endParaRPr lang="en-US"/>
        </a:p>
      </dgm:t>
    </dgm:pt>
    <dgm:pt modelId="{C224FF78-59C5-4595-AC10-AA57BD43B7A7}" type="parTrans" cxnId="{84B8CD6E-E266-4D24-BDBF-A45B6E2CF4BA}">
      <dgm:prSet/>
      <dgm:spPr/>
      <dgm:t>
        <a:bodyPr/>
        <a:lstStyle/>
        <a:p>
          <a:endParaRPr lang="en-US"/>
        </a:p>
      </dgm:t>
    </dgm:pt>
    <dgm:pt modelId="{0A36D19B-AAE7-4016-9BDA-A876388C6A2A}" type="sibTrans" cxnId="{84B8CD6E-E266-4D24-BDBF-A45B6E2CF4BA}">
      <dgm:prSet/>
      <dgm:spPr/>
      <dgm:t>
        <a:bodyPr/>
        <a:lstStyle/>
        <a:p>
          <a:endParaRPr lang="en-US"/>
        </a:p>
      </dgm:t>
    </dgm:pt>
    <dgm:pt modelId="{2E019E41-8F11-47E9-95AC-5EE2FA1EBEA1}">
      <dgm:prSet/>
      <dgm:spPr/>
      <dgm:t>
        <a:bodyPr/>
        <a:lstStyle/>
        <a:p>
          <a:r>
            <a:rPr lang="en-US" b="0" i="0" baseline="0"/>
            <a:t>Natural Language Understanding (NLU) → Understand Meaning</a:t>
          </a:r>
          <a:endParaRPr lang="en-US"/>
        </a:p>
      </dgm:t>
    </dgm:pt>
    <dgm:pt modelId="{7043287E-2609-445A-9DBE-1DEF4A500403}" type="parTrans" cxnId="{75E879CF-B874-4194-A17A-B5ED700B552D}">
      <dgm:prSet/>
      <dgm:spPr/>
      <dgm:t>
        <a:bodyPr/>
        <a:lstStyle/>
        <a:p>
          <a:endParaRPr lang="en-US"/>
        </a:p>
      </dgm:t>
    </dgm:pt>
    <dgm:pt modelId="{3543919D-BB32-44BC-884A-0CB17BCBD417}" type="sibTrans" cxnId="{75E879CF-B874-4194-A17A-B5ED700B552D}">
      <dgm:prSet/>
      <dgm:spPr/>
      <dgm:t>
        <a:bodyPr/>
        <a:lstStyle/>
        <a:p>
          <a:endParaRPr lang="en-US"/>
        </a:p>
      </dgm:t>
    </dgm:pt>
    <dgm:pt modelId="{C9C694BE-A1BC-4F84-9273-51AADC9E5370}">
      <dgm:prSet/>
      <dgm:spPr/>
      <dgm:t>
        <a:bodyPr/>
        <a:lstStyle/>
        <a:p>
          <a:r>
            <a:rPr lang="en-US" b="0" i="0" baseline="0"/>
            <a:t>Dialogue Management → Decide Response</a:t>
          </a:r>
          <a:endParaRPr lang="en-US"/>
        </a:p>
      </dgm:t>
    </dgm:pt>
    <dgm:pt modelId="{1835B53E-7DCB-488D-864C-E73A3F76783F}" type="parTrans" cxnId="{A5D1959A-1B2E-4C63-B562-8F59E9CF6AC2}">
      <dgm:prSet/>
      <dgm:spPr/>
      <dgm:t>
        <a:bodyPr/>
        <a:lstStyle/>
        <a:p>
          <a:endParaRPr lang="en-US"/>
        </a:p>
      </dgm:t>
    </dgm:pt>
    <dgm:pt modelId="{28330ABD-6784-47F0-AB50-BABD02AC43AD}" type="sibTrans" cxnId="{A5D1959A-1B2E-4C63-B562-8F59E9CF6AC2}">
      <dgm:prSet/>
      <dgm:spPr/>
      <dgm:t>
        <a:bodyPr/>
        <a:lstStyle/>
        <a:p>
          <a:endParaRPr lang="en-US"/>
        </a:p>
      </dgm:t>
    </dgm:pt>
    <dgm:pt modelId="{D8DA23AD-A79D-4005-912C-AAB163C57DD0}">
      <dgm:prSet/>
      <dgm:spPr/>
      <dgm:t>
        <a:bodyPr/>
        <a:lstStyle/>
        <a:p>
          <a:r>
            <a:rPr lang="en-US" b="0" i="0" baseline="0"/>
            <a:t>Text To Speech (TTS) → Convert Text to Voice</a:t>
          </a:r>
          <a:endParaRPr lang="en-US"/>
        </a:p>
      </dgm:t>
    </dgm:pt>
    <dgm:pt modelId="{3C8A7FBB-93E6-41F8-BDA0-F25FDAFA3ED8}" type="parTrans" cxnId="{E41BBE34-7B8B-4EDC-9AA7-E29A914FAD3C}">
      <dgm:prSet/>
      <dgm:spPr/>
      <dgm:t>
        <a:bodyPr/>
        <a:lstStyle/>
        <a:p>
          <a:endParaRPr lang="en-US"/>
        </a:p>
      </dgm:t>
    </dgm:pt>
    <dgm:pt modelId="{35B81D82-2FB7-4563-A1DB-B262935DEC6F}" type="sibTrans" cxnId="{E41BBE34-7B8B-4EDC-9AA7-E29A914FAD3C}">
      <dgm:prSet/>
      <dgm:spPr/>
      <dgm:t>
        <a:bodyPr/>
        <a:lstStyle/>
        <a:p>
          <a:endParaRPr lang="en-US"/>
        </a:p>
      </dgm:t>
    </dgm:pt>
    <dgm:pt modelId="{14FF72A6-46EF-41C7-87BA-A5ECD70A754D}" type="pres">
      <dgm:prSet presAssocID="{3E9C3CCA-8B92-4297-8A5C-A74EF92CF6E2}" presName="linear" presStyleCnt="0">
        <dgm:presLayoutVars>
          <dgm:animLvl val="lvl"/>
          <dgm:resizeHandles val="exact"/>
        </dgm:presLayoutVars>
      </dgm:prSet>
      <dgm:spPr/>
    </dgm:pt>
    <dgm:pt modelId="{9CA10943-4615-4614-92B3-260E98887907}" type="pres">
      <dgm:prSet presAssocID="{92A5B3DB-A3AA-43DE-8D21-645EFE8DB7D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A396FF1-FC8E-4760-93FF-55553698FC82}" type="pres">
      <dgm:prSet presAssocID="{0A36D19B-AAE7-4016-9BDA-A876388C6A2A}" presName="spacer" presStyleCnt="0"/>
      <dgm:spPr/>
    </dgm:pt>
    <dgm:pt modelId="{B6A0AFDC-9754-4EF5-B9F0-CD740E672ECC}" type="pres">
      <dgm:prSet presAssocID="{2E019E41-8F11-47E9-95AC-5EE2FA1EBE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3FD0C3-7380-4C57-94BD-033BF607D971}" type="pres">
      <dgm:prSet presAssocID="{3543919D-BB32-44BC-884A-0CB17BCBD417}" presName="spacer" presStyleCnt="0"/>
      <dgm:spPr/>
    </dgm:pt>
    <dgm:pt modelId="{D5794BD1-CF79-44EF-B163-7A2ED295DD2C}" type="pres">
      <dgm:prSet presAssocID="{C9C694BE-A1BC-4F84-9273-51AADC9E53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63372A-D8D4-4228-911B-CFFC587D8E64}" type="pres">
      <dgm:prSet presAssocID="{28330ABD-6784-47F0-AB50-BABD02AC43AD}" presName="spacer" presStyleCnt="0"/>
      <dgm:spPr/>
    </dgm:pt>
    <dgm:pt modelId="{504F1E33-B5F2-4A79-8B85-523205708595}" type="pres">
      <dgm:prSet presAssocID="{D8DA23AD-A79D-4005-912C-AAB163C57DD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A0AFE08-4C66-4DCF-AC95-58F3B93AB6D5}" type="presOf" srcId="{D8DA23AD-A79D-4005-912C-AAB163C57DD0}" destId="{504F1E33-B5F2-4A79-8B85-523205708595}" srcOrd="0" destOrd="0" presId="urn:microsoft.com/office/officeart/2005/8/layout/vList2"/>
    <dgm:cxn modelId="{78E5E311-2A65-45DB-8080-05D07AF635C7}" type="presOf" srcId="{3E9C3CCA-8B92-4297-8A5C-A74EF92CF6E2}" destId="{14FF72A6-46EF-41C7-87BA-A5ECD70A754D}" srcOrd="0" destOrd="0" presId="urn:microsoft.com/office/officeart/2005/8/layout/vList2"/>
    <dgm:cxn modelId="{C5D30214-73AC-4534-B6C0-D8E74977AD73}" type="presOf" srcId="{2E019E41-8F11-47E9-95AC-5EE2FA1EBEA1}" destId="{B6A0AFDC-9754-4EF5-B9F0-CD740E672ECC}" srcOrd="0" destOrd="0" presId="urn:microsoft.com/office/officeart/2005/8/layout/vList2"/>
    <dgm:cxn modelId="{E41BBE34-7B8B-4EDC-9AA7-E29A914FAD3C}" srcId="{3E9C3CCA-8B92-4297-8A5C-A74EF92CF6E2}" destId="{D8DA23AD-A79D-4005-912C-AAB163C57DD0}" srcOrd="3" destOrd="0" parTransId="{3C8A7FBB-93E6-41F8-BDA0-F25FDAFA3ED8}" sibTransId="{35B81D82-2FB7-4563-A1DB-B262935DEC6F}"/>
    <dgm:cxn modelId="{84B8CD6E-E266-4D24-BDBF-A45B6E2CF4BA}" srcId="{3E9C3CCA-8B92-4297-8A5C-A74EF92CF6E2}" destId="{92A5B3DB-A3AA-43DE-8D21-645EFE8DB7D4}" srcOrd="0" destOrd="0" parTransId="{C224FF78-59C5-4595-AC10-AA57BD43B7A7}" sibTransId="{0A36D19B-AAE7-4016-9BDA-A876388C6A2A}"/>
    <dgm:cxn modelId="{52A3337D-9892-431D-AFA7-AC6DB0A0ACE3}" type="presOf" srcId="{C9C694BE-A1BC-4F84-9273-51AADC9E5370}" destId="{D5794BD1-CF79-44EF-B163-7A2ED295DD2C}" srcOrd="0" destOrd="0" presId="urn:microsoft.com/office/officeart/2005/8/layout/vList2"/>
    <dgm:cxn modelId="{A5D1959A-1B2E-4C63-B562-8F59E9CF6AC2}" srcId="{3E9C3CCA-8B92-4297-8A5C-A74EF92CF6E2}" destId="{C9C694BE-A1BC-4F84-9273-51AADC9E5370}" srcOrd="2" destOrd="0" parTransId="{1835B53E-7DCB-488D-864C-E73A3F76783F}" sibTransId="{28330ABD-6784-47F0-AB50-BABD02AC43AD}"/>
    <dgm:cxn modelId="{9503439E-3AF8-4975-95CA-0D0DE8F1437A}" type="presOf" srcId="{92A5B3DB-A3AA-43DE-8D21-645EFE8DB7D4}" destId="{9CA10943-4615-4614-92B3-260E98887907}" srcOrd="0" destOrd="0" presId="urn:microsoft.com/office/officeart/2005/8/layout/vList2"/>
    <dgm:cxn modelId="{75E879CF-B874-4194-A17A-B5ED700B552D}" srcId="{3E9C3CCA-8B92-4297-8A5C-A74EF92CF6E2}" destId="{2E019E41-8F11-47E9-95AC-5EE2FA1EBEA1}" srcOrd="1" destOrd="0" parTransId="{7043287E-2609-445A-9DBE-1DEF4A500403}" sibTransId="{3543919D-BB32-44BC-884A-0CB17BCBD417}"/>
    <dgm:cxn modelId="{0976397B-3605-4F81-BD41-59881105537D}" type="presParOf" srcId="{14FF72A6-46EF-41C7-87BA-A5ECD70A754D}" destId="{9CA10943-4615-4614-92B3-260E98887907}" srcOrd="0" destOrd="0" presId="urn:microsoft.com/office/officeart/2005/8/layout/vList2"/>
    <dgm:cxn modelId="{517CD4AE-CFBA-4774-8DAA-18024F80F9C0}" type="presParOf" srcId="{14FF72A6-46EF-41C7-87BA-A5ECD70A754D}" destId="{5A396FF1-FC8E-4760-93FF-55553698FC82}" srcOrd="1" destOrd="0" presId="urn:microsoft.com/office/officeart/2005/8/layout/vList2"/>
    <dgm:cxn modelId="{BB35E169-00D0-4589-9064-FB6935C0DC9D}" type="presParOf" srcId="{14FF72A6-46EF-41C7-87BA-A5ECD70A754D}" destId="{B6A0AFDC-9754-4EF5-B9F0-CD740E672ECC}" srcOrd="2" destOrd="0" presId="urn:microsoft.com/office/officeart/2005/8/layout/vList2"/>
    <dgm:cxn modelId="{E1AC5665-05F8-401D-AC4E-DC33B7E92CBB}" type="presParOf" srcId="{14FF72A6-46EF-41C7-87BA-A5ECD70A754D}" destId="{583FD0C3-7380-4C57-94BD-033BF607D971}" srcOrd="3" destOrd="0" presId="urn:microsoft.com/office/officeart/2005/8/layout/vList2"/>
    <dgm:cxn modelId="{E0338600-D0F8-4914-99A2-76CA9EC9FF1D}" type="presParOf" srcId="{14FF72A6-46EF-41C7-87BA-A5ECD70A754D}" destId="{D5794BD1-CF79-44EF-B163-7A2ED295DD2C}" srcOrd="4" destOrd="0" presId="urn:microsoft.com/office/officeart/2005/8/layout/vList2"/>
    <dgm:cxn modelId="{5DE37A2D-46C5-4666-8FC8-592137129282}" type="presParOf" srcId="{14FF72A6-46EF-41C7-87BA-A5ECD70A754D}" destId="{D163372A-D8D4-4228-911B-CFFC587D8E64}" srcOrd="5" destOrd="0" presId="urn:microsoft.com/office/officeart/2005/8/layout/vList2"/>
    <dgm:cxn modelId="{59636B89-C81D-4C26-B5C9-B89B189035ED}" type="presParOf" srcId="{14FF72A6-46EF-41C7-87BA-A5ECD70A754D}" destId="{504F1E33-B5F2-4A79-8B85-5232057085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437B49-28EC-469E-A141-1849F6F52C7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6729AE4-75E3-46B6-8601-AAC0BAD98AA7}">
      <dgm:prSet/>
      <dgm:spPr/>
      <dgm:t>
        <a:bodyPr/>
        <a:lstStyle/>
        <a:p>
          <a:pPr>
            <a:defRPr cap="all"/>
          </a:pPr>
          <a:r>
            <a:rPr lang="en-US" b="0" i="0" baseline="0"/>
            <a:t>Intent Detection</a:t>
          </a:r>
          <a:endParaRPr lang="en-US"/>
        </a:p>
      </dgm:t>
    </dgm:pt>
    <dgm:pt modelId="{B3EB38DC-60ED-45A5-9366-2E3323FEEA29}" type="parTrans" cxnId="{AC2B328D-9B34-4D9F-8D54-565D99826493}">
      <dgm:prSet/>
      <dgm:spPr/>
      <dgm:t>
        <a:bodyPr/>
        <a:lstStyle/>
        <a:p>
          <a:endParaRPr lang="en-US"/>
        </a:p>
      </dgm:t>
    </dgm:pt>
    <dgm:pt modelId="{81FFEA43-194C-4465-8D95-EA28054F68B7}" type="sibTrans" cxnId="{AC2B328D-9B34-4D9F-8D54-565D99826493}">
      <dgm:prSet/>
      <dgm:spPr/>
      <dgm:t>
        <a:bodyPr/>
        <a:lstStyle/>
        <a:p>
          <a:endParaRPr lang="en-US"/>
        </a:p>
      </dgm:t>
    </dgm:pt>
    <dgm:pt modelId="{C4BC689B-55F7-405D-B9B7-6C6526F0E822}">
      <dgm:prSet/>
      <dgm:spPr/>
      <dgm:t>
        <a:bodyPr/>
        <a:lstStyle/>
        <a:p>
          <a:pPr>
            <a:defRPr cap="all"/>
          </a:pPr>
          <a:r>
            <a:rPr lang="en-US" b="0" i="0" baseline="0"/>
            <a:t>Entity Recognition</a:t>
          </a:r>
          <a:endParaRPr lang="en-US"/>
        </a:p>
      </dgm:t>
    </dgm:pt>
    <dgm:pt modelId="{35C07F5E-CC2A-4F21-916A-9B605B9ECD3B}" type="parTrans" cxnId="{2E6E85DB-0416-4B73-9F72-D65CF4132472}">
      <dgm:prSet/>
      <dgm:spPr/>
      <dgm:t>
        <a:bodyPr/>
        <a:lstStyle/>
        <a:p>
          <a:endParaRPr lang="en-US"/>
        </a:p>
      </dgm:t>
    </dgm:pt>
    <dgm:pt modelId="{300200EE-50E2-4C1E-B2DF-61FC184569D4}" type="sibTrans" cxnId="{2E6E85DB-0416-4B73-9F72-D65CF4132472}">
      <dgm:prSet/>
      <dgm:spPr/>
      <dgm:t>
        <a:bodyPr/>
        <a:lstStyle/>
        <a:p>
          <a:endParaRPr lang="en-US"/>
        </a:p>
      </dgm:t>
    </dgm:pt>
    <dgm:pt modelId="{F2B06BB2-A27D-43F9-B5AD-45E03BA998DE}">
      <dgm:prSet/>
      <dgm:spPr/>
      <dgm:t>
        <a:bodyPr/>
        <a:lstStyle/>
        <a:p>
          <a:pPr>
            <a:defRPr cap="all"/>
          </a:pPr>
          <a:r>
            <a:rPr lang="en-US" b="0" i="0" baseline="0"/>
            <a:t>Context Understanding</a:t>
          </a:r>
          <a:endParaRPr lang="en-US"/>
        </a:p>
      </dgm:t>
    </dgm:pt>
    <dgm:pt modelId="{0FBF5C4B-9DF2-4FC2-ACAC-9BBCC07BC397}" type="parTrans" cxnId="{58A8750D-548B-4C81-A3E1-DCAFA5CC54B1}">
      <dgm:prSet/>
      <dgm:spPr/>
      <dgm:t>
        <a:bodyPr/>
        <a:lstStyle/>
        <a:p>
          <a:endParaRPr lang="en-US"/>
        </a:p>
      </dgm:t>
    </dgm:pt>
    <dgm:pt modelId="{F8BE88B1-3673-4356-9A3D-EE83D1647430}" type="sibTrans" cxnId="{58A8750D-548B-4C81-A3E1-DCAFA5CC54B1}">
      <dgm:prSet/>
      <dgm:spPr/>
      <dgm:t>
        <a:bodyPr/>
        <a:lstStyle/>
        <a:p>
          <a:endParaRPr lang="en-US"/>
        </a:p>
      </dgm:t>
    </dgm:pt>
    <dgm:pt modelId="{2A7104CD-55C8-4230-B47F-F65D0ABAE4BA}">
      <dgm:prSet/>
      <dgm:spPr/>
      <dgm:t>
        <a:bodyPr/>
        <a:lstStyle/>
        <a:p>
          <a:pPr>
            <a:defRPr cap="all"/>
          </a:pPr>
          <a:r>
            <a:rPr lang="en-US" b="0" i="0" baseline="0"/>
            <a:t>Language Translation</a:t>
          </a:r>
          <a:endParaRPr lang="en-US"/>
        </a:p>
      </dgm:t>
    </dgm:pt>
    <dgm:pt modelId="{503A235A-5388-4E8F-8302-C87E07638ECC}" type="parTrans" cxnId="{28EE024B-D89D-4A6B-8C08-AB119641F086}">
      <dgm:prSet/>
      <dgm:spPr/>
      <dgm:t>
        <a:bodyPr/>
        <a:lstStyle/>
        <a:p>
          <a:endParaRPr lang="en-US"/>
        </a:p>
      </dgm:t>
    </dgm:pt>
    <dgm:pt modelId="{2422AF7B-73B3-4D68-81D4-5EA615518E94}" type="sibTrans" cxnId="{28EE024B-D89D-4A6B-8C08-AB119641F086}">
      <dgm:prSet/>
      <dgm:spPr/>
      <dgm:t>
        <a:bodyPr/>
        <a:lstStyle/>
        <a:p>
          <a:endParaRPr lang="en-US"/>
        </a:p>
      </dgm:t>
    </dgm:pt>
    <dgm:pt modelId="{B765C46E-215E-4DD7-8AC5-38B7ABFAE380}">
      <dgm:prSet/>
      <dgm:spPr/>
      <dgm:t>
        <a:bodyPr/>
        <a:lstStyle/>
        <a:p>
          <a:pPr>
            <a:defRPr cap="all"/>
          </a:pPr>
          <a:r>
            <a:rPr lang="en-US" b="0" i="0" baseline="0"/>
            <a:t>Sentiment Detection</a:t>
          </a:r>
          <a:endParaRPr lang="en-US"/>
        </a:p>
      </dgm:t>
    </dgm:pt>
    <dgm:pt modelId="{AC1FFE91-F1A0-4A10-92FE-FB19928D7059}" type="parTrans" cxnId="{485A2849-34E3-4BD4-9C68-F753A24EFCF3}">
      <dgm:prSet/>
      <dgm:spPr/>
      <dgm:t>
        <a:bodyPr/>
        <a:lstStyle/>
        <a:p>
          <a:endParaRPr lang="en-US"/>
        </a:p>
      </dgm:t>
    </dgm:pt>
    <dgm:pt modelId="{92D83B90-7B10-4B51-B126-B29A33316628}" type="sibTrans" cxnId="{485A2849-34E3-4BD4-9C68-F753A24EFCF3}">
      <dgm:prSet/>
      <dgm:spPr/>
      <dgm:t>
        <a:bodyPr/>
        <a:lstStyle/>
        <a:p>
          <a:endParaRPr lang="en-US"/>
        </a:p>
      </dgm:t>
    </dgm:pt>
    <dgm:pt modelId="{164A62FD-3895-4AA1-8A94-E87B9A8E9975}" type="pres">
      <dgm:prSet presAssocID="{39437B49-28EC-469E-A141-1849F6F52C73}" presName="root" presStyleCnt="0">
        <dgm:presLayoutVars>
          <dgm:dir/>
          <dgm:resizeHandles val="exact"/>
        </dgm:presLayoutVars>
      </dgm:prSet>
      <dgm:spPr/>
    </dgm:pt>
    <dgm:pt modelId="{F0A5F478-859F-44D4-A7CE-1D0E703C3CDF}" type="pres">
      <dgm:prSet presAssocID="{26729AE4-75E3-46B6-8601-AAC0BAD98AA7}" presName="compNode" presStyleCnt="0"/>
      <dgm:spPr/>
    </dgm:pt>
    <dgm:pt modelId="{E6E852D2-B0AF-41B5-B774-358698B02712}" type="pres">
      <dgm:prSet presAssocID="{26729AE4-75E3-46B6-8601-AAC0BAD98AA7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1B8C094-114B-4D16-B6D4-B2C1180447A2}" type="pres">
      <dgm:prSet presAssocID="{26729AE4-75E3-46B6-8601-AAC0BAD98AA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DA53940-AEF5-4222-B069-C46A4D66D3DA}" type="pres">
      <dgm:prSet presAssocID="{26729AE4-75E3-46B6-8601-AAC0BAD98AA7}" presName="spaceRect" presStyleCnt="0"/>
      <dgm:spPr/>
    </dgm:pt>
    <dgm:pt modelId="{DEE5351E-91AD-4AFB-886F-07B8C61CDBB4}" type="pres">
      <dgm:prSet presAssocID="{26729AE4-75E3-46B6-8601-AAC0BAD98AA7}" presName="textRect" presStyleLbl="revTx" presStyleIdx="0" presStyleCnt="5">
        <dgm:presLayoutVars>
          <dgm:chMax val="1"/>
          <dgm:chPref val="1"/>
        </dgm:presLayoutVars>
      </dgm:prSet>
      <dgm:spPr/>
    </dgm:pt>
    <dgm:pt modelId="{81CE9F93-99E2-484C-BBEE-BED51CBC9A5F}" type="pres">
      <dgm:prSet presAssocID="{81FFEA43-194C-4465-8D95-EA28054F68B7}" presName="sibTrans" presStyleCnt="0"/>
      <dgm:spPr/>
    </dgm:pt>
    <dgm:pt modelId="{9C3D3797-5206-42B9-A15D-39BB5FF1381A}" type="pres">
      <dgm:prSet presAssocID="{C4BC689B-55F7-405D-B9B7-6C6526F0E822}" presName="compNode" presStyleCnt="0"/>
      <dgm:spPr/>
    </dgm:pt>
    <dgm:pt modelId="{A631B52C-15A9-4AE6-91D0-648C250450BB}" type="pres">
      <dgm:prSet presAssocID="{C4BC689B-55F7-405D-B9B7-6C6526F0E822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D17AB4E-48C9-43AA-8835-F6AD614BE1CA}" type="pres">
      <dgm:prSet presAssocID="{C4BC689B-55F7-405D-B9B7-6C6526F0E8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AE6D6A6-201F-4E79-9246-89D428029170}" type="pres">
      <dgm:prSet presAssocID="{C4BC689B-55F7-405D-B9B7-6C6526F0E822}" presName="spaceRect" presStyleCnt="0"/>
      <dgm:spPr/>
    </dgm:pt>
    <dgm:pt modelId="{8454852F-2D23-45D7-948F-FCF1BA181A91}" type="pres">
      <dgm:prSet presAssocID="{C4BC689B-55F7-405D-B9B7-6C6526F0E822}" presName="textRect" presStyleLbl="revTx" presStyleIdx="1" presStyleCnt="5">
        <dgm:presLayoutVars>
          <dgm:chMax val="1"/>
          <dgm:chPref val="1"/>
        </dgm:presLayoutVars>
      </dgm:prSet>
      <dgm:spPr/>
    </dgm:pt>
    <dgm:pt modelId="{05C745F2-B205-4BF7-81B6-F961C220BB26}" type="pres">
      <dgm:prSet presAssocID="{300200EE-50E2-4C1E-B2DF-61FC184569D4}" presName="sibTrans" presStyleCnt="0"/>
      <dgm:spPr/>
    </dgm:pt>
    <dgm:pt modelId="{DAFAB1F6-88EE-447A-95B0-6F535A8CB34C}" type="pres">
      <dgm:prSet presAssocID="{F2B06BB2-A27D-43F9-B5AD-45E03BA998DE}" presName="compNode" presStyleCnt="0"/>
      <dgm:spPr/>
    </dgm:pt>
    <dgm:pt modelId="{4E01806B-9FCA-4D29-9943-934CB72BC4A7}" type="pres">
      <dgm:prSet presAssocID="{F2B06BB2-A27D-43F9-B5AD-45E03BA998DE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A5AF2A7-1E0A-4F92-8E1A-C54DD21E34D9}" type="pres">
      <dgm:prSet presAssocID="{F2B06BB2-A27D-43F9-B5AD-45E03BA998D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3DD484D-EA2E-4A18-9947-F8777A16FC01}" type="pres">
      <dgm:prSet presAssocID="{F2B06BB2-A27D-43F9-B5AD-45E03BA998DE}" presName="spaceRect" presStyleCnt="0"/>
      <dgm:spPr/>
    </dgm:pt>
    <dgm:pt modelId="{CB4FCA79-F8E5-475D-96B3-1E024933E4F1}" type="pres">
      <dgm:prSet presAssocID="{F2B06BB2-A27D-43F9-B5AD-45E03BA998DE}" presName="textRect" presStyleLbl="revTx" presStyleIdx="2" presStyleCnt="5">
        <dgm:presLayoutVars>
          <dgm:chMax val="1"/>
          <dgm:chPref val="1"/>
        </dgm:presLayoutVars>
      </dgm:prSet>
      <dgm:spPr/>
    </dgm:pt>
    <dgm:pt modelId="{069BFCFC-DCB1-4AFF-9DFD-18D6F5AEB7A0}" type="pres">
      <dgm:prSet presAssocID="{F8BE88B1-3673-4356-9A3D-EE83D1647430}" presName="sibTrans" presStyleCnt="0"/>
      <dgm:spPr/>
    </dgm:pt>
    <dgm:pt modelId="{AFBECF4C-095D-46E7-9AA8-A9C1938A7685}" type="pres">
      <dgm:prSet presAssocID="{2A7104CD-55C8-4230-B47F-F65D0ABAE4BA}" presName="compNode" presStyleCnt="0"/>
      <dgm:spPr/>
    </dgm:pt>
    <dgm:pt modelId="{7C56B58C-95DF-4983-8AB3-E2051FC8AC33}" type="pres">
      <dgm:prSet presAssocID="{2A7104CD-55C8-4230-B47F-F65D0ABAE4BA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BC09F99-D7FF-4346-83C5-F588ED958424}" type="pres">
      <dgm:prSet presAssocID="{2A7104CD-55C8-4230-B47F-F65D0ABAE4B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446332B-45B4-4200-98A3-4DD416FA9B75}" type="pres">
      <dgm:prSet presAssocID="{2A7104CD-55C8-4230-B47F-F65D0ABAE4BA}" presName="spaceRect" presStyleCnt="0"/>
      <dgm:spPr/>
    </dgm:pt>
    <dgm:pt modelId="{7B463510-C5DE-496B-80C7-1064BDB5AE79}" type="pres">
      <dgm:prSet presAssocID="{2A7104CD-55C8-4230-B47F-F65D0ABAE4BA}" presName="textRect" presStyleLbl="revTx" presStyleIdx="3" presStyleCnt="5">
        <dgm:presLayoutVars>
          <dgm:chMax val="1"/>
          <dgm:chPref val="1"/>
        </dgm:presLayoutVars>
      </dgm:prSet>
      <dgm:spPr/>
    </dgm:pt>
    <dgm:pt modelId="{EEA36B31-3458-4F3B-8236-EAF9AA099F5E}" type="pres">
      <dgm:prSet presAssocID="{2422AF7B-73B3-4D68-81D4-5EA615518E94}" presName="sibTrans" presStyleCnt="0"/>
      <dgm:spPr/>
    </dgm:pt>
    <dgm:pt modelId="{E4456576-D380-42BC-BBBE-F99E3D2D13D1}" type="pres">
      <dgm:prSet presAssocID="{B765C46E-215E-4DD7-8AC5-38B7ABFAE380}" presName="compNode" presStyleCnt="0"/>
      <dgm:spPr/>
    </dgm:pt>
    <dgm:pt modelId="{C3838A5D-8DA7-491A-B998-50416E2113C8}" type="pres">
      <dgm:prSet presAssocID="{B765C46E-215E-4DD7-8AC5-38B7ABFAE380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CFE2B5D-2EFF-44EA-99D1-7F57EECC4CD8}" type="pres">
      <dgm:prSet presAssocID="{B765C46E-215E-4DD7-8AC5-38B7ABFAE38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680BD2C-2E8A-498F-B461-E2CE851190B4}" type="pres">
      <dgm:prSet presAssocID="{B765C46E-215E-4DD7-8AC5-38B7ABFAE380}" presName="spaceRect" presStyleCnt="0"/>
      <dgm:spPr/>
    </dgm:pt>
    <dgm:pt modelId="{D2A84D77-DABE-4C22-8860-D7E2F435229B}" type="pres">
      <dgm:prSet presAssocID="{B765C46E-215E-4DD7-8AC5-38B7ABFAE38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8A8750D-548B-4C81-A3E1-DCAFA5CC54B1}" srcId="{39437B49-28EC-469E-A141-1849F6F52C73}" destId="{F2B06BB2-A27D-43F9-B5AD-45E03BA998DE}" srcOrd="2" destOrd="0" parTransId="{0FBF5C4B-9DF2-4FC2-ACAC-9BBCC07BC397}" sibTransId="{F8BE88B1-3673-4356-9A3D-EE83D1647430}"/>
    <dgm:cxn modelId="{EEC8E025-AB43-44BB-80BB-C3C26C732332}" type="presOf" srcId="{C4BC689B-55F7-405D-B9B7-6C6526F0E822}" destId="{8454852F-2D23-45D7-948F-FCF1BA181A91}" srcOrd="0" destOrd="0" presId="urn:microsoft.com/office/officeart/2018/5/layout/IconLeafLabelList"/>
    <dgm:cxn modelId="{50DFD22E-E67A-4325-88B8-DC7C9F47BED2}" type="presOf" srcId="{B765C46E-215E-4DD7-8AC5-38B7ABFAE380}" destId="{D2A84D77-DABE-4C22-8860-D7E2F435229B}" srcOrd="0" destOrd="0" presId="urn:microsoft.com/office/officeart/2018/5/layout/IconLeafLabelList"/>
    <dgm:cxn modelId="{485A2849-34E3-4BD4-9C68-F753A24EFCF3}" srcId="{39437B49-28EC-469E-A141-1849F6F52C73}" destId="{B765C46E-215E-4DD7-8AC5-38B7ABFAE380}" srcOrd="4" destOrd="0" parTransId="{AC1FFE91-F1A0-4A10-92FE-FB19928D7059}" sibTransId="{92D83B90-7B10-4B51-B126-B29A33316628}"/>
    <dgm:cxn modelId="{28EE024B-D89D-4A6B-8C08-AB119641F086}" srcId="{39437B49-28EC-469E-A141-1849F6F52C73}" destId="{2A7104CD-55C8-4230-B47F-F65D0ABAE4BA}" srcOrd="3" destOrd="0" parTransId="{503A235A-5388-4E8F-8302-C87E07638ECC}" sibTransId="{2422AF7B-73B3-4D68-81D4-5EA615518E94}"/>
    <dgm:cxn modelId="{3EA4F27F-1D84-4600-9CA5-312AFFD6AD3D}" type="presOf" srcId="{39437B49-28EC-469E-A141-1849F6F52C73}" destId="{164A62FD-3895-4AA1-8A94-E87B9A8E9975}" srcOrd="0" destOrd="0" presId="urn:microsoft.com/office/officeart/2018/5/layout/IconLeafLabelList"/>
    <dgm:cxn modelId="{58221681-436D-47D5-B3BD-F77FFA59879C}" type="presOf" srcId="{2A7104CD-55C8-4230-B47F-F65D0ABAE4BA}" destId="{7B463510-C5DE-496B-80C7-1064BDB5AE79}" srcOrd="0" destOrd="0" presId="urn:microsoft.com/office/officeart/2018/5/layout/IconLeafLabelList"/>
    <dgm:cxn modelId="{AC2B328D-9B34-4D9F-8D54-565D99826493}" srcId="{39437B49-28EC-469E-A141-1849F6F52C73}" destId="{26729AE4-75E3-46B6-8601-AAC0BAD98AA7}" srcOrd="0" destOrd="0" parTransId="{B3EB38DC-60ED-45A5-9366-2E3323FEEA29}" sibTransId="{81FFEA43-194C-4465-8D95-EA28054F68B7}"/>
    <dgm:cxn modelId="{45976FD6-8542-4300-993A-60E50F2AB37F}" type="presOf" srcId="{26729AE4-75E3-46B6-8601-AAC0BAD98AA7}" destId="{DEE5351E-91AD-4AFB-886F-07B8C61CDBB4}" srcOrd="0" destOrd="0" presId="urn:microsoft.com/office/officeart/2018/5/layout/IconLeafLabelList"/>
    <dgm:cxn modelId="{2E6E85DB-0416-4B73-9F72-D65CF4132472}" srcId="{39437B49-28EC-469E-A141-1849F6F52C73}" destId="{C4BC689B-55F7-405D-B9B7-6C6526F0E822}" srcOrd="1" destOrd="0" parTransId="{35C07F5E-CC2A-4F21-916A-9B605B9ECD3B}" sibTransId="{300200EE-50E2-4C1E-B2DF-61FC184569D4}"/>
    <dgm:cxn modelId="{39BFA3F0-77D9-4815-A545-239748A3B37E}" type="presOf" srcId="{F2B06BB2-A27D-43F9-B5AD-45E03BA998DE}" destId="{CB4FCA79-F8E5-475D-96B3-1E024933E4F1}" srcOrd="0" destOrd="0" presId="urn:microsoft.com/office/officeart/2018/5/layout/IconLeafLabelList"/>
    <dgm:cxn modelId="{DAE2B43B-22C0-4CF8-9E51-DA4A6BA8B20E}" type="presParOf" srcId="{164A62FD-3895-4AA1-8A94-E87B9A8E9975}" destId="{F0A5F478-859F-44D4-A7CE-1D0E703C3CDF}" srcOrd="0" destOrd="0" presId="urn:microsoft.com/office/officeart/2018/5/layout/IconLeafLabelList"/>
    <dgm:cxn modelId="{085814DA-2356-48C4-8EB9-D0DA9891052D}" type="presParOf" srcId="{F0A5F478-859F-44D4-A7CE-1D0E703C3CDF}" destId="{E6E852D2-B0AF-41B5-B774-358698B02712}" srcOrd="0" destOrd="0" presId="urn:microsoft.com/office/officeart/2018/5/layout/IconLeafLabelList"/>
    <dgm:cxn modelId="{C56688A7-A1DB-4637-9C2C-113BD26909B3}" type="presParOf" srcId="{F0A5F478-859F-44D4-A7CE-1D0E703C3CDF}" destId="{B1B8C094-114B-4D16-B6D4-B2C1180447A2}" srcOrd="1" destOrd="0" presId="urn:microsoft.com/office/officeart/2018/5/layout/IconLeafLabelList"/>
    <dgm:cxn modelId="{D8CC53E9-E655-44F6-B58E-FFBCA471013B}" type="presParOf" srcId="{F0A5F478-859F-44D4-A7CE-1D0E703C3CDF}" destId="{0DA53940-AEF5-4222-B069-C46A4D66D3DA}" srcOrd="2" destOrd="0" presId="urn:microsoft.com/office/officeart/2018/5/layout/IconLeafLabelList"/>
    <dgm:cxn modelId="{3DDC08C6-E147-44DA-9377-9808014CFDC0}" type="presParOf" srcId="{F0A5F478-859F-44D4-A7CE-1D0E703C3CDF}" destId="{DEE5351E-91AD-4AFB-886F-07B8C61CDBB4}" srcOrd="3" destOrd="0" presId="urn:microsoft.com/office/officeart/2018/5/layout/IconLeafLabelList"/>
    <dgm:cxn modelId="{1E6426CB-14C6-47DC-9490-81C637956B63}" type="presParOf" srcId="{164A62FD-3895-4AA1-8A94-E87B9A8E9975}" destId="{81CE9F93-99E2-484C-BBEE-BED51CBC9A5F}" srcOrd="1" destOrd="0" presId="urn:microsoft.com/office/officeart/2018/5/layout/IconLeafLabelList"/>
    <dgm:cxn modelId="{704670B6-FB87-4B8E-956E-43F7529D5F8D}" type="presParOf" srcId="{164A62FD-3895-4AA1-8A94-E87B9A8E9975}" destId="{9C3D3797-5206-42B9-A15D-39BB5FF1381A}" srcOrd="2" destOrd="0" presId="urn:microsoft.com/office/officeart/2018/5/layout/IconLeafLabelList"/>
    <dgm:cxn modelId="{5D0AA14C-0D5B-4DCB-9671-A2E200588C03}" type="presParOf" srcId="{9C3D3797-5206-42B9-A15D-39BB5FF1381A}" destId="{A631B52C-15A9-4AE6-91D0-648C250450BB}" srcOrd="0" destOrd="0" presId="urn:microsoft.com/office/officeart/2018/5/layout/IconLeafLabelList"/>
    <dgm:cxn modelId="{BC330C07-7CB8-4875-80C4-4A16E35E0147}" type="presParOf" srcId="{9C3D3797-5206-42B9-A15D-39BB5FF1381A}" destId="{3D17AB4E-48C9-43AA-8835-F6AD614BE1CA}" srcOrd="1" destOrd="0" presId="urn:microsoft.com/office/officeart/2018/5/layout/IconLeafLabelList"/>
    <dgm:cxn modelId="{B7AA9E6B-94DE-4F0F-8D66-A41F8EFC8865}" type="presParOf" srcId="{9C3D3797-5206-42B9-A15D-39BB5FF1381A}" destId="{2AE6D6A6-201F-4E79-9246-89D428029170}" srcOrd="2" destOrd="0" presId="urn:microsoft.com/office/officeart/2018/5/layout/IconLeafLabelList"/>
    <dgm:cxn modelId="{F2E0D30B-B1CF-45F1-A75D-CF315175BE29}" type="presParOf" srcId="{9C3D3797-5206-42B9-A15D-39BB5FF1381A}" destId="{8454852F-2D23-45D7-948F-FCF1BA181A91}" srcOrd="3" destOrd="0" presId="urn:microsoft.com/office/officeart/2018/5/layout/IconLeafLabelList"/>
    <dgm:cxn modelId="{9CBF1CC1-CE67-4DE8-9E6C-C7C778B27B4F}" type="presParOf" srcId="{164A62FD-3895-4AA1-8A94-E87B9A8E9975}" destId="{05C745F2-B205-4BF7-81B6-F961C220BB26}" srcOrd="3" destOrd="0" presId="urn:microsoft.com/office/officeart/2018/5/layout/IconLeafLabelList"/>
    <dgm:cxn modelId="{B114CB28-B180-40A9-8D69-73D4150A5CB6}" type="presParOf" srcId="{164A62FD-3895-4AA1-8A94-E87B9A8E9975}" destId="{DAFAB1F6-88EE-447A-95B0-6F535A8CB34C}" srcOrd="4" destOrd="0" presId="urn:microsoft.com/office/officeart/2018/5/layout/IconLeafLabelList"/>
    <dgm:cxn modelId="{F13DCF27-2003-4424-9CB4-113111F995DB}" type="presParOf" srcId="{DAFAB1F6-88EE-447A-95B0-6F535A8CB34C}" destId="{4E01806B-9FCA-4D29-9943-934CB72BC4A7}" srcOrd="0" destOrd="0" presId="urn:microsoft.com/office/officeart/2018/5/layout/IconLeafLabelList"/>
    <dgm:cxn modelId="{EE87C118-8505-4EF4-A64F-403536177C15}" type="presParOf" srcId="{DAFAB1F6-88EE-447A-95B0-6F535A8CB34C}" destId="{8A5AF2A7-1E0A-4F92-8E1A-C54DD21E34D9}" srcOrd="1" destOrd="0" presId="urn:microsoft.com/office/officeart/2018/5/layout/IconLeafLabelList"/>
    <dgm:cxn modelId="{9913099E-F7A7-4640-9C90-983F26D8C821}" type="presParOf" srcId="{DAFAB1F6-88EE-447A-95B0-6F535A8CB34C}" destId="{E3DD484D-EA2E-4A18-9947-F8777A16FC01}" srcOrd="2" destOrd="0" presId="urn:microsoft.com/office/officeart/2018/5/layout/IconLeafLabelList"/>
    <dgm:cxn modelId="{F27A99E9-CBE4-4992-BB2B-9E9C2BB194F4}" type="presParOf" srcId="{DAFAB1F6-88EE-447A-95B0-6F535A8CB34C}" destId="{CB4FCA79-F8E5-475D-96B3-1E024933E4F1}" srcOrd="3" destOrd="0" presId="urn:microsoft.com/office/officeart/2018/5/layout/IconLeafLabelList"/>
    <dgm:cxn modelId="{CF40FEAB-8DAA-4E35-942C-B7CB4D034393}" type="presParOf" srcId="{164A62FD-3895-4AA1-8A94-E87B9A8E9975}" destId="{069BFCFC-DCB1-4AFF-9DFD-18D6F5AEB7A0}" srcOrd="5" destOrd="0" presId="urn:microsoft.com/office/officeart/2018/5/layout/IconLeafLabelList"/>
    <dgm:cxn modelId="{464D401C-6B8C-4352-8373-91B72E14CE73}" type="presParOf" srcId="{164A62FD-3895-4AA1-8A94-E87B9A8E9975}" destId="{AFBECF4C-095D-46E7-9AA8-A9C1938A7685}" srcOrd="6" destOrd="0" presId="urn:microsoft.com/office/officeart/2018/5/layout/IconLeafLabelList"/>
    <dgm:cxn modelId="{67AA526D-CE00-494A-AA78-47E3BC3D7365}" type="presParOf" srcId="{AFBECF4C-095D-46E7-9AA8-A9C1938A7685}" destId="{7C56B58C-95DF-4983-8AB3-E2051FC8AC33}" srcOrd="0" destOrd="0" presId="urn:microsoft.com/office/officeart/2018/5/layout/IconLeafLabelList"/>
    <dgm:cxn modelId="{FCD027B2-87A2-43C4-9E7D-C6BDD005E65F}" type="presParOf" srcId="{AFBECF4C-095D-46E7-9AA8-A9C1938A7685}" destId="{ABC09F99-D7FF-4346-83C5-F588ED958424}" srcOrd="1" destOrd="0" presId="urn:microsoft.com/office/officeart/2018/5/layout/IconLeafLabelList"/>
    <dgm:cxn modelId="{970D7E5A-CF64-42A2-A980-54E174016C10}" type="presParOf" srcId="{AFBECF4C-095D-46E7-9AA8-A9C1938A7685}" destId="{6446332B-45B4-4200-98A3-4DD416FA9B75}" srcOrd="2" destOrd="0" presId="urn:microsoft.com/office/officeart/2018/5/layout/IconLeafLabelList"/>
    <dgm:cxn modelId="{DF422AB1-49FB-4F71-8E85-ACDC7F3870B1}" type="presParOf" srcId="{AFBECF4C-095D-46E7-9AA8-A9C1938A7685}" destId="{7B463510-C5DE-496B-80C7-1064BDB5AE79}" srcOrd="3" destOrd="0" presId="urn:microsoft.com/office/officeart/2018/5/layout/IconLeafLabelList"/>
    <dgm:cxn modelId="{EB8FAD84-D866-450C-B19B-CFF3948E25B8}" type="presParOf" srcId="{164A62FD-3895-4AA1-8A94-E87B9A8E9975}" destId="{EEA36B31-3458-4F3B-8236-EAF9AA099F5E}" srcOrd="7" destOrd="0" presId="urn:microsoft.com/office/officeart/2018/5/layout/IconLeafLabelList"/>
    <dgm:cxn modelId="{56394104-1CF2-44D3-9AA1-BB1E804EEA7D}" type="presParOf" srcId="{164A62FD-3895-4AA1-8A94-E87B9A8E9975}" destId="{E4456576-D380-42BC-BBBE-F99E3D2D13D1}" srcOrd="8" destOrd="0" presId="urn:microsoft.com/office/officeart/2018/5/layout/IconLeafLabelList"/>
    <dgm:cxn modelId="{91D929FA-B051-4614-8243-B56ED83ABDE1}" type="presParOf" srcId="{E4456576-D380-42BC-BBBE-F99E3D2D13D1}" destId="{C3838A5D-8DA7-491A-B998-50416E2113C8}" srcOrd="0" destOrd="0" presId="urn:microsoft.com/office/officeart/2018/5/layout/IconLeafLabelList"/>
    <dgm:cxn modelId="{9A4014D0-52AE-4321-942C-A366A0F182BC}" type="presParOf" srcId="{E4456576-D380-42BC-BBBE-F99E3D2D13D1}" destId="{2CFE2B5D-2EFF-44EA-99D1-7F57EECC4CD8}" srcOrd="1" destOrd="0" presId="urn:microsoft.com/office/officeart/2018/5/layout/IconLeafLabelList"/>
    <dgm:cxn modelId="{C3996790-FE9F-42BF-9A0B-80518A686834}" type="presParOf" srcId="{E4456576-D380-42BC-BBBE-F99E3D2D13D1}" destId="{B680BD2C-2E8A-498F-B461-E2CE851190B4}" srcOrd="2" destOrd="0" presId="urn:microsoft.com/office/officeart/2018/5/layout/IconLeafLabelList"/>
    <dgm:cxn modelId="{2C4F0D44-3A45-4568-8175-FA4097A6E034}" type="presParOf" srcId="{E4456576-D380-42BC-BBBE-F99E3D2D13D1}" destId="{D2A84D77-DABE-4C22-8860-D7E2F435229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52434D-D6D6-4D0B-A5F9-097794A865D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EBD59F-1369-481F-B031-646D924985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Smart Homes</a:t>
          </a:r>
          <a:endParaRPr lang="en-US"/>
        </a:p>
      </dgm:t>
    </dgm:pt>
    <dgm:pt modelId="{85F9F673-CBCD-435A-B036-42D7C0DEA61E}" type="parTrans" cxnId="{D60C23FB-00DF-4D54-BD61-12B52DBDC4E3}">
      <dgm:prSet/>
      <dgm:spPr/>
      <dgm:t>
        <a:bodyPr/>
        <a:lstStyle/>
        <a:p>
          <a:endParaRPr lang="en-US"/>
        </a:p>
      </dgm:t>
    </dgm:pt>
    <dgm:pt modelId="{FA13455C-FF6C-4C55-AB5C-FA4FF2CE77D3}" type="sibTrans" cxnId="{D60C23FB-00DF-4D54-BD61-12B52DBDC4E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6B9006-8808-40ED-8C06-C1B5D3E80A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Customer Support</a:t>
          </a:r>
          <a:endParaRPr lang="en-US"/>
        </a:p>
      </dgm:t>
    </dgm:pt>
    <dgm:pt modelId="{8308380E-8447-49CE-9724-5A07C331956F}" type="parTrans" cxnId="{A3921D27-FC72-4303-B339-14DF4F9C0177}">
      <dgm:prSet/>
      <dgm:spPr/>
      <dgm:t>
        <a:bodyPr/>
        <a:lstStyle/>
        <a:p>
          <a:endParaRPr lang="en-US"/>
        </a:p>
      </dgm:t>
    </dgm:pt>
    <dgm:pt modelId="{366B6355-09BA-4B38-8F2B-11719D895BFB}" type="sibTrans" cxnId="{A3921D27-FC72-4303-B339-14DF4F9C017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4BC663-6BF8-428B-9FC0-F77F578A3F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Healthcare</a:t>
          </a:r>
          <a:endParaRPr lang="en-US"/>
        </a:p>
      </dgm:t>
    </dgm:pt>
    <dgm:pt modelId="{90EEBA53-865E-48B4-91DC-F7F504632A3D}" type="parTrans" cxnId="{04BC9720-1A49-484D-96FB-24C9C0B4CD9C}">
      <dgm:prSet/>
      <dgm:spPr/>
      <dgm:t>
        <a:bodyPr/>
        <a:lstStyle/>
        <a:p>
          <a:endParaRPr lang="en-US"/>
        </a:p>
      </dgm:t>
    </dgm:pt>
    <dgm:pt modelId="{9897B292-3F85-4FB4-8B8F-6D1818EE3E6F}" type="sibTrans" cxnId="{04BC9720-1A49-484D-96FB-24C9C0B4CD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57944A-CF73-4F15-9CCB-FB4E0CCA2D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Education</a:t>
          </a:r>
          <a:endParaRPr lang="en-US"/>
        </a:p>
      </dgm:t>
    </dgm:pt>
    <dgm:pt modelId="{C8A8C183-CE43-449A-8292-7A4257471B13}" type="parTrans" cxnId="{B7ECE871-5972-4019-9413-A5A1B0634882}">
      <dgm:prSet/>
      <dgm:spPr/>
      <dgm:t>
        <a:bodyPr/>
        <a:lstStyle/>
        <a:p>
          <a:endParaRPr lang="en-US"/>
        </a:p>
      </dgm:t>
    </dgm:pt>
    <dgm:pt modelId="{EFC1B055-391F-42AB-A76D-5B1244FDEB5E}" type="sibTrans" cxnId="{B7ECE871-5972-4019-9413-A5A1B06348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584715-01AB-4139-B3D0-29CCEFA955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Banking</a:t>
          </a:r>
          <a:endParaRPr lang="en-US"/>
        </a:p>
      </dgm:t>
    </dgm:pt>
    <dgm:pt modelId="{4A8FDD8C-68EC-47EC-82A7-A985361284BB}" type="parTrans" cxnId="{ED261B03-6C06-4D5C-AED6-CBE49AEA0F6B}">
      <dgm:prSet/>
      <dgm:spPr/>
      <dgm:t>
        <a:bodyPr/>
        <a:lstStyle/>
        <a:p>
          <a:endParaRPr lang="en-US"/>
        </a:p>
      </dgm:t>
    </dgm:pt>
    <dgm:pt modelId="{13DAAEFB-A908-40EB-9710-C0AB80C8DD61}" type="sibTrans" cxnId="{ED261B03-6C06-4D5C-AED6-CBE49AEA0F6B}">
      <dgm:prSet/>
      <dgm:spPr/>
      <dgm:t>
        <a:bodyPr/>
        <a:lstStyle/>
        <a:p>
          <a:endParaRPr lang="en-US"/>
        </a:p>
      </dgm:t>
    </dgm:pt>
    <dgm:pt modelId="{383A494A-33B5-499C-A6C3-EDD642521EBE}" type="pres">
      <dgm:prSet presAssocID="{0652434D-D6D6-4D0B-A5F9-097794A865DF}" presName="root" presStyleCnt="0">
        <dgm:presLayoutVars>
          <dgm:dir/>
          <dgm:resizeHandles val="exact"/>
        </dgm:presLayoutVars>
      </dgm:prSet>
      <dgm:spPr/>
    </dgm:pt>
    <dgm:pt modelId="{02C052D7-E000-482E-9A61-58B085954B0B}" type="pres">
      <dgm:prSet presAssocID="{0652434D-D6D6-4D0B-A5F9-097794A865DF}" presName="container" presStyleCnt="0">
        <dgm:presLayoutVars>
          <dgm:dir/>
          <dgm:resizeHandles val="exact"/>
        </dgm:presLayoutVars>
      </dgm:prSet>
      <dgm:spPr/>
    </dgm:pt>
    <dgm:pt modelId="{F6BF2618-D71B-4ABE-9D5A-4679149A9020}" type="pres">
      <dgm:prSet presAssocID="{94EBD59F-1369-481F-B031-646D924985E0}" presName="compNode" presStyleCnt="0"/>
      <dgm:spPr/>
    </dgm:pt>
    <dgm:pt modelId="{701714E9-AC27-4E3D-A778-256FD2A089DC}" type="pres">
      <dgm:prSet presAssocID="{94EBD59F-1369-481F-B031-646D924985E0}" presName="iconBgRect" presStyleLbl="bgShp" presStyleIdx="0" presStyleCnt="5"/>
      <dgm:spPr/>
    </dgm:pt>
    <dgm:pt modelId="{CBB737B1-2247-4B4A-8BF1-1A734885E975}" type="pres">
      <dgm:prSet presAssocID="{94EBD59F-1369-481F-B031-646D924985E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81E27C60-1EC6-4D0F-9C93-7A12A8E6F7E7}" type="pres">
      <dgm:prSet presAssocID="{94EBD59F-1369-481F-B031-646D924985E0}" presName="spaceRect" presStyleCnt="0"/>
      <dgm:spPr/>
    </dgm:pt>
    <dgm:pt modelId="{9A6C8E48-A643-47CB-987B-8792427AD60E}" type="pres">
      <dgm:prSet presAssocID="{94EBD59F-1369-481F-B031-646D924985E0}" presName="textRect" presStyleLbl="revTx" presStyleIdx="0" presStyleCnt="5">
        <dgm:presLayoutVars>
          <dgm:chMax val="1"/>
          <dgm:chPref val="1"/>
        </dgm:presLayoutVars>
      </dgm:prSet>
      <dgm:spPr/>
    </dgm:pt>
    <dgm:pt modelId="{36B8D35D-DEB1-4EA9-81D6-383F5C305B40}" type="pres">
      <dgm:prSet presAssocID="{FA13455C-FF6C-4C55-AB5C-FA4FF2CE77D3}" presName="sibTrans" presStyleLbl="sibTrans2D1" presStyleIdx="0" presStyleCnt="0"/>
      <dgm:spPr/>
    </dgm:pt>
    <dgm:pt modelId="{6D471FE7-84D2-4484-AE16-2B3F98EEFD02}" type="pres">
      <dgm:prSet presAssocID="{AE6B9006-8808-40ED-8C06-C1B5D3E80A75}" presName="compNode" presStyleCnt="0"/>
      <dgm:spPr/>
    </dgm:pt>
    <dgm:pt modelId="{0B066B0D-2FBD-4ACF-BA29-C07641B0392B}" type="pres">
      <dgm:prSet presAssocID="{AE6B9006-8808-40ED-8C06-C1B5D3E80A75}" presName="iconBgRect" presStyleLbl="bgShp" presStyleIdx="1" presStyleCnt="5"/>
      <dgm:spPr/>
    </dgm:pt>
    <dgm:pt modelId="{68839F30-D0B7-4F7D-B7E1-4F27F19A3097}" type="pres">
      <dgm:prSet presAssocID="{AE6B9006-8808-40ED-8C06-C1B5D3E80A7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64D80DB0-A45A-44BE-A3ED-ABB3E4541185}" type="pres">
      <dgm:prSet presAssocID="{AE6B9006-8808-40ED-8C06-C1B5D3E80A75}" presName="spaceRect" presStyleCnt="0"/>
      <dgm:spPr/>
    </dgm:pt>
    <dgm:pt modelId="{F782FD86-7C55-4862-83DD-FE1A84E19D73}" type="pres">
      <dgm:prSet presAssocID="{AE6B9006-8808-40ED-8C06-C1B5D3E80A75}" presName="textRect" presStyleLbl="revTx" presStyleIdx="1" presStyleCnt="5">
        <dgm:presLayoutVars>
          <dgm:chMax val="1"/>
          <dgm:chPref val="1"/>
        </dgm:presLayoutVars>
      </dgm:prSet>
      <dgm:spPr/>
    </dgm:pt>
    <dgm:pt modelId="{86D44CC2-A7A8-421B-B590-99DCEC5FBE7A}" type="pres">
      <dgm:prSet presAssocID="{366B6355-09BA-4B38-8F2B-11719D895BFB}" presName="sibTrans" presStyleLbl="sibTrans2D1" presStyleIdx="0" presStyleCnt="0"/>
      <dgm:spPr/>
    </dgm:pt>
    <dgm:pt modelId="{22C37AE2-18B8-436D-B1D0-A9D9C6539CEC}" type="pres">
      <dgm:prSet presAssocID="{E84BC663-6BF8-428B-9FC0-F77F578A3F3F}" presName="compNode" presStyleCnt="0"/>
      <dgm:spPr/>
    </dgm:pt>
    <dgm:pt modelId="{BAB38C19-1841-49D7-926C-2D2399A3D701}" type="pres">
      <dgm:prSet presAssocID="{E84BC663-6BF8-428B-9FC0-F77F578A3F3F}" presName="iconBgRect" presStyleLbl="bgShp" presStyleIdx="2" presStyleCnt="5"/>
      <dgm:spPr/>
    </dgm:pt>
    <dgm:pt modelId="{A2F9BEBC-A252-4E79-9895-6D7FEE58A412}" type="pres">
      <dgm:prSet presAssocID="{E84BC663-6BF8-428B-9FC0-F77F578A3F3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428B4FE2-837C-4E43-B9B8-76519922D314}" type="pres">
      <dgm:prSet presAssocID="{E84BC663-6BF8-428B-9FC0-F77F578A3F3F}" presName="spaceRect" presStyleCnt="0"/>
      <dgm:spPr/>
    </dgm:pt>
    <dgm:pt modelId="{CE2505E3-92EE-4565-8D14-9619F1359FDF}" type="pres">
      <dgm:prSet presAssocID="{E84BC663-6BF8-428B-9FC0-F77F578A3F3F}" presName="textRect" presStyleLbl="revTx" presStyleIdx="2" presStyleCnt="5">
        <dgm:presLayoutVars>
          <dgm:chMax val="1"/>
          <dgm:chPref val="1"/>
        </dgm:presLayoutVars>
      </dgm:prSet>
      <dgm:spPr/>
    </dgm:pt>
    <dgm:pt modelId="{699FE094-ABF2-449D-8256-C434093A9660}" type="pres">
      <dgm:prSet presAssocID="{9897B292-3F85-4FB4-8B8F-6D1818EE3E6F}" presName="sibTrans" presStyleLbl="sibTrans2D1" presStyleIdx="0" presStyleCnt="0"/>
      <dgm:spPr/>
    </dgm:pt>
    <dgm:pt modelId="{065CB992-F706-468F-976D-F7B219347DF0}" type="pres">
      <dgm:prSet presAssocID="{D457944A-CF73-4F15-9CCB-FB4E0CCA2D5C}" presName="compNode" presStyleCnt="0"/>
      <dgm:spPr/>
    </dgm:pt>
    <dgm:pt modelId="{607F254B-0997-4F71-AEDB-F29A509A13F9}" type="pres">
      <dgm:prSet presAssocID="{D457944A-CF73-4F15-9CCB-FB4E0CCA2D5C}" presName="iconBgRect" presStyleLbl="bgShp" presStyleIdx="3" presStyleCnt="5"/>
      <dgm:spPr/>
    </dgm:pt>
    <dgm:pt modelId="{824B425D-E8F9-4043-B593-0F33B6AE84DA}" type="pres">
      <dgm:prSet presAssocID="{D457944A-CF73-4F15-9CCB-FB4E0CCA2D5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D1CD94C-C95E-44DC-A161-C4F8D71AA80D}" type="pres">
      <dgm:prSet presAssocID="{D457944A-CF73-4F15-9CCB-FB4E0CCA2D5C}" presName="spaceRect" presStyleCnt="0"/>
      <dgm:spPr/>
    </dgm:pt>
    <dgm:pt modelId="{B6A5DBC0-841D-4870-84F4-278ACB5C0FA5}" type="pres">
      <dgm:prSet presAssocID="{D457944A-CF73-4F15-9CCB-FB4E0CCA2D5C}" presName="textRect" presStyleLbl="revTx" presStyleIdx="3" presStyleCnt="5">
        <dgm:presLayoutVars>
          <dgm:chMax val="1"/>
          <dgm:chPref val="1"/>
        </dgm:presLayoutVars>
      </dgm:prSet>
      <dgm:spPr/>
    </dgm:pt>
    <dgm:pt modelId="{6B426E6B-16DF-457A-9191-7D089F2A7C77}" type="pres">
      <dgm:prSet presAssocID="{EFC1B055-391F-42AB-A76D-5B1244FDEB5E}" presName="sibTrans" presStyleLbl="sibTrans2D1" presStyleIdx="0" presStyleCnt="0"/>
      <dgm:spPr/>
    </dgm:pt>
    <dgm:pt modelId="{444FDD06-CBC4-4219-BB87-53A085D76C46}" type="pres">
      <dgm:prSet presAssocID="{DF584715-01AB-4139-B3D0-29CCEFA955FA}" presName="compNode" presStyleCnt="0"/>
      <dgm:spPr/>
    </dgm:pt>
    <dgm:pt modelId="{DF1E6CEE-1561-4EA7-A059-157AA78A9EF0}" type="pres">
      <dgm:prSet presAssocID="{DF584715-01AB-4139-B3D0-29CCEFA955FA}" presName="iconBgRect" presStyleLbl="bgShp" presStyleIdx="4" presStyleCnt="5"/>
      <dgm:spPr/>
    </dgm:pt>
    <dgm:pt modelId="{BE25F476-CFF6-4503-813F-A4831EFFD9C3}" type="pres">
      <dgm:prSet presAssocID="{DF584715-01AB-4139-B3D0-29CCEFA955F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4C562610-E27E-4733-A1C2-6A24F698772C}" type="pres">
      <dgm:prSet presAssocID="{DF584715-01AB-4139-B3D0-29CCEFA955FA}" presName="spaceRect" presStyleCnt="0"/>
      <dgm:spPr/>
    </dgm:pt>
    <dgm:pt modelId="{C011BA37-8FE8-425A-B7A7-518F40D3AD40}" type="pres">
      <dgm:prSet presAssocID="{DF584715-01AB-4139-B3D0-29CCEFA955F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D261B03-6C06-4D5C-AED6-CBE49AEA0F6B}" srcId="{0652434D-D6D6-4D0B-A5F9-097794A865DF}" destId="{DF584715-01AB-4139-B3D0-29CCEFA955FA}" srcOrd="4" destOrd="0" parTransId="{4A8FDD8C-68EC-47EC-82A7-A985361284BB}" sibTransId="{13DAAEFB-A908-40EB-9710-C0AB80C8DD61}"/>
    <dgm:cxn modelId="{4451A806-FBE7-4611-87BD-11C109065A37}" type="presOf" srcId="{DF584715-01AB-4139-B3D0-29CCEFA955FA}" destId="{C011BA37-8FE8-425A-B7A7-518F40D3AD40}" srcOrd="0" destOrd="0" presId="urn:microsoft.com/office/officeart/2018/2/layout/IconCircleList"/>
    <dgm:cxn modelId="{57A4050C-2F7A-4E5E-9ACF-3FB0FA24972C}" type="presOf" srcId="{EFC1B055-391F-42AB-A76D-5B1244FDEB5E}" destId="{6B426E6B-16DF-457A-9191-7D089F2A7C77}" srcOrd="0" destOrd="0" presId="urn:microsoft.com/office/officeart/2018/2/layout/IconCircleList"/>
    <dgm:cxn modelId="{4C2D1D0C-89AC-458D-9388-5ECE2877C3D2}" type="presOf" srcId="{9897B292-3F85-4FB4-8B8F-6D1818EE3E6F}" destId="{699FE094-ABF2-449D-8256-C434093A9660}" srcOrd="0" destOrd="0" presId="urn:microsoft.com/office/officeart/2018/2/layout/IconCircleList"/>
    <dgm:cxn modelId="{04BC9720-1A49-484D-96FB-24C9C0B4CD9C}" srcId="{0652434D-D6D6-4D0B-A5F9-097794A865DF}" destId="{E84BC663-6BF8-428B-9FC0-F77F578A3F3F}" srcOrd="2" destOrd="0" parTransId="{90EEBA53-865E-48B4-91DC-F7F504632A3D}" sibTransId="{9897B292-3F85-4FB4-8B8F-6D1818EE3E6F}"/>
    <dgm:cxn modelId="{A3921D27-FC72-4303-B339-14DF4F9C0177}" srcId="{0652434D-D6D6-4D0B-A5F9-097794A865DF}" destId="{AE6B9006-8808-40ED-8C06-C1B5D3E80A75}" srcOrd="1" destOrd="0" parTransId="{8308380E-8447-49CE-9724-5A07C331956F}" sibTransId="{366B6355-09BA-4B38-8F2B-11719D895BFB}"/>
    <dgm:cxn modelId="{7F459B39-E86C-4E64-9303-FA180E08EA5B}" type="presOf" srcId="{AE6B9006-8808-40ED-8C06-C1B5D3E80A75}" destId="{F782FD86-7C55-4862-83DD-FE1A84E19D73}" srcOrd="0" destOrd="0" presId="urn:microsoft.com/office/officeart/2018/2/layout/IconCircleList"/>
    <dgm:cxn modelId="{B7ECE871-5972-4019-9413-A5A1B0634882}" srcId="{0652434D-D6D6-4D0B-A5F9-097794A865DF}" destId="{D457944A-CF73-4F15-9CCB-FB4E0CCA2D5C}" srcOrd="3" destOrd="0" parTransId="{C8A8C183-CE43-449A-8292-7A4257471B13}" sibTransId="{EFC1B055-391F-42AB-A76D-5B1244FDEB5E}"/>
    <dgm:cxn modelId="{99167B76-6E74-4F37-97F1-15D1B6FB2A04}" type="presOf" srcId="{0652434D-D6D6-4D0B-A5F9-097794A865DF}" destId="{383A494A-33B5-499C-A6C3-EDD642521EBE}" srcOrd="0" destOrd="0" presId="urn:microsoft.com/office/officeart/2018/2/layout/IconCircleList"/>
    <dgm:cxn modelId="{A15875AE-9585-4FC6-B982-FE055B3898C0}" type="presOf" srcId="{E84BC663-6BF8-428B-9FC0-F77F578A3F3F}" destId="{CE2505E3-92EE-4565-8D14-9619F1359FDF}" srcOrd="0" destOrd="0" presId="urn:microsoft.com/office/officeart/2018/2/layout/IconCircleList"/>
    <dgm:cxn modelId="{43D69AB9-C637-4CF1-86FF-F963E75BA409}" type="presOf" srcId="{94EBD59F-1369-481F-B031-646D924985E0}" destId="{9A6C8E48-A643-47CB-987B-8792427AD60E}" srcOrd="0" destOrd="0" presId="urn:microsoft.com/office/officeart/2018/2/layout/IconCircleList"/>
    <dgm:cxn modelId="{B1BC17C6-E788-45EC-8207-78E595907AEB}" type="presOf" srcId="{FA13455C-FF6C-4C55-AB5C-FA4FF2CE77D3}" destId="{36B8D35D-DEB1-4EA9-81D6-383F5C305B40}" srcOrd="0" destOrd="0" presId="urn:microsoft.com/office/officeart/2018/2/layout/IconCircleList"/>
    <dgm:cxn modelId="{770F07C8-17A5-4E11-9F6B-5CEB7C2A344E}" type="presOf" srcId="{366B6355-09BA-4B38-8F2B-11719D895BFB}" destId="{86D44CC2-A7A8-421B-B590-99DCEC5FBE7A}" srcOrd="0" destOrd="0" presId="urn:microsoft.com/office/officeart/2018/2/layout/IconCircleList"/>
    <dgm:cxn modelId="{9CCDEEDE-B8D1-42B7-91D4-200C8BEFC794}" type="presOf" srcId="{D457944A-CF73-4F15-9CCB-FB4E0CCA2D5C}" destId="{B6A5DBC0-841D-4870-84F4-278ACB5C0FA5}" srcOrd="0" destOrd="0" presId="urn:microsoft.com/office/officeart/2018/2/layout/IconCircleList"/>
    <dgm:cxn modelId="{D60C23FB-00DF-4D54-BD61-12B52DBDC4E3}" srcId="{0652434D-D6D6-4D0B-A5F9-097794A865DF}" destId="{94EBD59F-1369-481F-B031-646D924985E0}" srcOrd="0" destOrd="0" parTransId="{85F9F673-CBCD-435A-B036-42D7C0DEA61E}" sibTransId="{FA13455C-FF6C-4C55-AB5C-FA4FF2CE77D3}"/>
    <dgm:cxn modelId="{67D50845-C1F1-4EF4-9501-6730B751AEFF}" type="presParOf" srcId="{383A494A-33B5-499C-A6C3-EDD642521EBE}" destId="{02C052D7-E000-482E-9A61-58B085954B0B}" srcOrd="0" destOrd="0" presId="urn:microsoft.com/office/officeart/2018/2/layout/IconCircleList"/>
    <dgm:cxn modelId="{F00446E7-3C2C-478D-ADBD-F9B40BF47F8E}" type="presParOf" srcId="{02C052D7-E000-482E-9A61-58B085954B0B}" destId="{F6BF2618-D71B-4ABE-9D5A-4679149A9020}" srcOrd="0" destOrd="0" presId="urn:microsoft.com/office/officeart/2018/2/layout/IconCircleList"/>
    <dgm:cxn modelId="{44BDACE2-7292-4607-A08A-5DF232703544}" type="presParOf" srcId="{F6BF2618-D71B-4ABE-9D5A-4679149A9020}" destId="{701714E9-AC27-4E3D-A778-256FD2A089DC}" srcOrd="0" destOrd="0" presId="urn:microsoft.com/office/officeart/2018/2/layout/IconCircleList"/>
    <dgm:cxn modelId="{9046BF4F-C4B4-494D-A8C9-682B1A4EA669}" type="presParOf" srcId="{F6BF2618-D71B-4ABE-9D5A-4679149A9020}" destId="{CBB737B1-2247-4B4A-8BF1-1A734885E975}" srcOrd="1" destOrd="0" presId="urn:microsoft.com/office/officeart/2018/2/layout/IconCircleList"/>
    <dgm:cxn modelId="{24ADFE7F-0672-43C2-A847-C88237D52934}" type="presParOf" srcId="{F6BF2618-D71B-4ABE-9D5A-4679149A9020}" destId="{81E27C60-1EC6-4D0F-9C93-7A12A8E6F7E7}" srcOrd="2" destOrd="0" presId="urn:microsoft.com/office/officeart/2018/2/layout/IconCircleList"/>
    <dgm:cxn modelId="{740D7CA5-790C-4C62-9D64-30B07D9CCC27}" type="presParOf" srcId="{F6BF2618-D71B-4ABE-9D5A-4679149A9020}" destId="{9A6C8E48-A643-47CB-987B-8792427AD60E}" srcOrd="3" destOrd="0" presId="urn:microsoft.com/office/officeart/2018/2/layout/IconCircleList"/>
    <dgm:cxn modelId="{09D042E4-9743-47DA-BEBF-BFF43BD90E1E}" type="presParOf" srcId="{02C052D7-E000-482E-9A61-58B085954B0B}" destId="{36B8D35D-DEB1-4EA9-81D6-383F5C305B40}" srcOrd="1" destOrd="0" presId="urn:microsoft.com/office/officeart/2018/2/layout/IconCircleList"/>
    <dgm:cxn modelId="{562B93B6-D6E8-4B4E-B6A4-659864C386C8}" type="presParOf" srcId="{02C052D7-E000-482E-9A61-58B085954B0B}" destId="{6D471FE7-84D2-4484-AE16-2B3F98EEFD02}" srcOrd="2" destOrd="0" presId="urn:microsoft.com/office/officeart/2018/2/layout/IconCircleList"/>
    <dgm:cxn modelId="{2FF6FA3E-3736-4890-B14E-F6F65DDB0B51}" type="presParOf" srcId="{6D471FE7-84D2-4484-AE16-2B3F98EEFD02}" destId="{0B066B0D-2FBD-4ACF-BA29-C07641B0392B}" srcOrd="0" destOrd="0" presId="urn:microsoft.com/office/officeart/2018/2/layout/IconCircleList"/>
    <dgm:cxn modelId="{3052E3F8-6F01-4B5C-A8B7-11471A29E30D}" type="presParOf" srcId="{6D471FE7-84D2-4484-AE16-2B3F98EEFD02}" destId="{68839F30-D0B7-4F7D-B7E1-4F27F19A3097}" srcOrd="1" destOrd="0" presId="urn:microsoft.com/office/officeart/2018/2/layout/IconCircleList"/>
    <dgm:cxn modelId="{576474B0-1AFD-49F0-8BDC-3E4357075440}" type="presParOf" srcId="{6D471FE7-84D2-4484-AE16-2B3F98EEFD02}" destId="{64D80DB0-A45A-44BE-A3ED-ABB3E4541185}" srcOrd="2" destOrd="0" presId="urn:microsoft.com/office/officeart/2018/2/layout/IconCircleList"/>
    <dgm:cxn modelId="{E414DBBD-9C3C-46F2-AEA9-31FD906C76DB}" type="presParOf" srcId="{6D471FE7-84D2-4484-AE16-2B3F98EEFD02}" destId="{F782FD86-7C55-4862-83DD-FE1A84E19D73}" srcOrd="3" destOrd="0" presId="urn:microsoft.com/office/officeart/2018/2/layout/IconCircleList"/>
    <dgm:cxn modelId="{CD2862F5-811E-4A4F-90C1-D584358E2AD4}" type="presParOf" srcId="{02C052D7-E000-482E-9A61-58B085954B0B}" destId="{86D44CC2-A7A8-421B-B590-99DCEC5FBE7A}" srcOrd="3" destOrd="0" presId="urn:microsoft.com/office/officeart/2018/2/layout/IconCircleList"/>
    <dgm:cxn modelId="{561D596A-C724-4376-8992-A65A8923E3D4}" type="presParOf" srcId="{02C052D7-E000-482E-9A61-58B085954B0B}" destId="{22C37AE2-18B8-436D-B1D0-A9D9C6539CEC}" srcOrd="4" destOrd="0" presId="urn:microsoft.com/office/officeart/2018/2/layout/IconCircleList"/>
    <dgm:cxn modelId="{893D3187-3B42-4D3C-828D-C127BDA246E1}" type="presParOf" srcId="{22C37AE2-18B8-436D-B1D0-A9D9C6539CEC}" destId="{BAB38C19-1841-49D7-926C-2D2399A3D701}" srcOrd="0" destOrd="0" presId="urn:microsoft.com/office/officeart/2018/2/layout/IconCircleList"/>
    <dgm:cxn modelId="{EB5BED4B-A7A4-4EC5-A21E-0199DBBC9D16}" type="presParOf" srcId="{22C37AE2-18B8-436D-B1D0-A9D9C6539CEC}" destId="{A2F9BEBC-A252-4E79-9895-6D7FEE58A412}" srcOrd="1" destOrd="0" presId="urn:microsoft.com/office/officeart/2018/2/layout/IconCircleList"/>
    <dgm:cxn modelId="{D5EC5A64-FBD1-44D0-98BF-392F2E402FD7}" type="presParOf" srcId="{22C37AE2-18B8-436D-B1D0-A9D9C6539CEC}" destId="{428B4FE2-837C-4E43-B9B8-76519922D314}" srcOrd="2" destOrd="0" presId="urn:microsoft.com/office/officeart/2018/2/layout/IconCircleList"/>
    <dgm:cxn modelId="{E01DA21E-ADCB-4232-B7DA-BA29E55ED9BE}" type="presParOf" srcId="{22C37AE2-18B8-436D-B1D0-A9D9C6539CEC}" destId="{CE2505E3-92EE-4565-8D14-9619F1359FDF}" srcOrd="3" destOrd="0" presId="urn:microsoft.com/office/officeart/2018/2/layout/IconCircleList"/>
    <dgm:cxn modelId="{9E98F98F-B8F4-44C4-9FFE-194A6E261146}" type="presParOf" srcId="{02C052D7-E000-482E-9A61-58B085954B0B}" destId="{699FE094-ABF2-449D-8256-C434093A9660}" srcOrd="5" destOrd="0" presId="urn:microsoft.com/office/officeart/2018/2/layout/IconCircleList"/>
    <dgm:cxn modelId="{C502D3DE-1CF3-447B-B7FE-AE0F6397A5F3}" type="presParOf" srcId="{02C052D7-E000-482E-9A61-58B085954B0B}" destId="{065CB992-F706-468F-976D-F7B219347DF0}" srcOrd="6" destOrd="0" presId="urn:microsoft.com/office/officeart/2018/2/layout/IconCircleList"/>
    <dgm:cxn modelId="{3382625C-8E55-475F-B346-D89C628346F3}" type="presParOf" srcId="{065CB992-F706-468F-976D-F7B219347DF0}" destId="{607F254B-0997-4F71-AEDB-F29A509A13F9}" srcOrd="0" destOrd="0" presId="urn:microsoft.com/office/officeart/2018/2/layout/IconCircleList"/>
    <dgm:cxn modelId="{BFFF7058-8F28-49E1-A4F3-4161F9E1F4B3}" type="presParOf" srcId="{065CB992-F706-468F-976D-F7B219347DF0}" destId="{824B425D-E8F9-4043-B593-0F33B6AE84DA}" srcOrd="1" destOrd="0" presId="urn:microsoft.com/office/officeart/2018/2/layout/IconCircleList"/>
    <dgm:cxn modelId="{CE858189-6CEC-4ECE-BFEB-8D7D281213CD}" type="presParOf" srcId="{065CB992-F706-468F-976D-F7B219347DF0}" destId="{2D1CD94C-C95E-44DC-A161-C4F8D71AA80D}" srcOrd="2" destOrd="0" presId="urn:microsoft.com/office/officeart/2018/2/layout/IconCircleList"/>
    <dgm:cxn modelId="{41448D52-58CE-417B-9804-56F2C4941191}" type="presParOf" srcId="{065CB992-F706-468F-976D-F7B219347DF0}" destId="{B6A5DBC0-841D-4870-84F4-278ACB5C0FA5}" srcOrd="3" destOrd="0" presId="urn:microsoft.com/office/officeart/2018/2/layout/IconCircleList"/>
    <dgm:cxn modelId="{2B88BFBB-3A46-4CFE-9A0F-D2759C4B9391}" type="presParOf" srcId="{02C052D7-E000-482E-9A61-58B085954B0B}" destId="{6B426E6B-16DF-457A-9191-7D089F2A7C77}" srcOrd="7" destOrd="0" presId="urn:microsoft.com/office/officeart/2018/2/layout/IconCircleList"/>
    <dgm:cxn modelId="{81B2891D-EF68-4E1F-A326-E54DF7962E54}" type="presParOf" srcId="{02C052D7-E000-482E-9A61-58B085954B0B}" destId="{444FDD06-CBC4-4219-BB87-53A085D76C46}" srcOrd="8" destOrd="0" presId="urn:microsoft.com/office/officeart/2018/2/layout/IconCircleList"/>
    <dgm:cxn modelId="{58D558EF-0768-421C-A42F-7F3DA33D4C79}" type="presParOf" srcId="{444FDD06-CBC4-4219-BB87-53A085D76C46}" destId="{DF1E6CEE-1561-4EA7-A059-157AA78A9EF0}" srcOrd="0" destOrd="0" presId="urn:microsoft.com/office/officeart/2018/2/layout/IconCircleList"/>
    <dgm:cxn modelId="{983EF9A9-D116-42F6-AB8D-047C347F518B}" type="presParOf" srcId="{444FDD06-CBC4-4219-BB87-53A085D76C46}" destId="{BE25F476-CFF6-4503-813F-A4831EFFD9C3}" srcOrd="1" destOrd="0" presId="urn:microsoft.com/office/officeart/2018/2/layout/IconCircleList"/>
    <dgm:cxn modelId="{845B9D41-9E05-49A5-A710-814FFC8346EC}" type="presParOf" srcId="{444FDD06-CBC4-4219-BB87-53A085D76C46}" destId="{4C562610-E27E-4733-A1C2-6A24F698772C}" srcOrd="2" destOrd="0" presId="urn:microsoft.com/office/officeart/2018/2/layout/IconCircleList"/>
    <dgm:cxn modelId="{BE25823A-7FF4-497B-B55E-7E7860B11F03}" type="presParOf" srcId="{444FDD06-CBC4-4219-BB87-53A085D76C46}" destId="{C011BA37-8FE8-425A-B7A7-518F40D3AD4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DED821-39E1-4563-AC68-75A76A5AD51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7173B8-7005-4C3D-BE7A-0AE96622DE8E}">
      <dgm:prSet/>
      <dgm:spPr/>
      <dgm:t>
        <a:bodyPr/>
        <a:lstStyle/>
        <a:p>
          <a:r>
            <a:rPr lang="en-US" b="1"/>
            <a:t>1. Improves Accessibility</a:t>
          </a:r>
          <a:endParaRPr lang="en-US"/>
        </a:p>
      </dgm:t>
    </dgm:pt>
    <dgm:pt modelId="{9963354D-7253-40AD-8316-88EBA10D5637}" type="parTrans" cxnId="{9C006D7D-BB9E-46E2-A302-C7415D7562C0}">
      <dgm:prSet/>
      <dgm:spPr/>
      <dgm:t>
        <a:bodyPr/>
        <a:lstStyle/>
        <a:p>
          <a:endParaRPr lang="en-US"/>
        </a:p>
      </dgm:t>
    </dgm:pt>
    <dgm:pt modelId="{71BAD7C2-AD04-405C-86A4-97DDABFF475D}" type="sibTrans" cxnId="{9C006D7D-BB9E-46E2-A302-C7415D7562C0}">
      <dgm:prSet/>
      <dgm:spPr/>
      <dgm:t>
        <a:bodyPr/>
        <a:lstStyle/>
        <a:p>
          <a:endParaRPr lang="en-US"/>
        </a:p>
      </dgm:t>
    </dgm:pt>
    <dgm:pt modelId="{0072882D-5F37-4AB5-9BE0-EBCD8749BF5B}">
      <dgm:prSet/>
      <dgm:spPr/>
      <dgm:t>
        <a:bodyPr/>
        <a:lstStyle/>
        <a:p>
          <a:r>
            <a:rPr lang="en-US" b="1"/>
            <a:t>2. Saves Time</a:t>
          </a:r>
          <a:endParaRPr lang="en-US"/>
        </a:p>
      </dgm:t>
    </dgm:pt>
    <dgm:pt modelId="{96351720-77B1-4606-BDAE-FE82C1FA890F}" type="parTrans" cxnId="{4A3F737B-C3AB-4F6D-8AEB-B5BF6D854766}">
      <dgm:prSet/>
      <dgm:spPr/>
      <dgm:t>
        <a:bodyPr/>
        <a:lstStyle/>
        <a:p>
          <a:endParaRPr lang="en-US"/>
        </a:p>
      </dgm:t>
    </dgm:pt>
    <dgm:pt modelId="{65615CFD-AC23-45B2-8954-73D5CCF12496}" type="sibTrans" cxnId="{4A3F737B-C3AB-4F6D-8AEB-B5BF6D854766}">
      <dgm:prSet/>
      <dgm:spPr/>
      <dgm:t>
        <a:bodyPr/>
        <a:lstStyle/>
        <a:p>
          <a:endParaRPr lang="en-US"/>
        </a:p>
      </dgm:t>
    </dgm:pt>
    <dgm:pt modelId="{60DE4FDE-7725-404D-964B-F6D8581C6640}">
      <dgm:prSet/>
      <dgm:spPr/>
      <dgm:t>
        <a:bodyPr/>
        <a:lstStyle/>
        <a:p>
          <a:r>
            <a:rPr lang="en-US" b="1"/>
            <a:t>3. Hands-Free Technology</a:t>
          </a:r>
          <a:endParaRPr lang="en-US"/>
        </a:p>
      </dgm:t>
    </dgm:pt>
    <dgm:pt modelId="{546D9B24-BB3F-4EEC-9BFF-3A192864765A}" type="parTrans" cxnId="{B08719F8-4482-4A16-977C-23E374708340}">
      <dgm:prSet/>
      <dgm:spPr/>
      <dgm:t>
        <a:bodyPr/>
        <a:lstStyle/>
        <a:p>
          <a:endParaRPr lang="en-US"/>
        </a:p>
      </dgm:t>
    </dgm:pt>
    <dgm:pt modelId="{BE8EC8A0-E567-4BD7-9D19-212F2A100D9E}" type="sibTrans" cxnId="{B08719F8-4482-4A16-977C-23E374708340}">
      <dgm:prSet/>
      <dgm:spPr/>
      <dgm:t>
        <a:bodyPr/>
        <a:lstStyle/>
        <a:p>
          <a:endParaRPr lang="en-US"/>
        </a:p>
      </dgm:t>
    </dgm:pt>
    <dgm:pt modelId="{B9E8E6C2-8A47-418A-AC8C-B0C90A4210A0}">
      <dgm:prSet/>
      <dgm:spPr/>
      <dgm:t>
        <a:bodyPr/>
        <a:lstStyle/>
        <a:p>
          <a:r>
            <a:rPr lang="en-US" b="1"/>
            <a:t>4. Business Automation</a:t>
          </a:r>
          <a:endParaRPr lang="en-US"/>
        </a:p>
      </dgm:t>
    </dgm:pt>
    <dgm:pt modelId="{33B9374C-F671-4E1E-944F-31ACB6555E75}" type="parTrans" cxnId="{44F277B2-022B-4797-B263-4D37F545719D}">
      <dgm:prSet/>
      <dgm:spPr/>
      <dgm:t>
        <a:bodyPr/>
        <a:lstStyle/>
        <a:p>
          <a:endParaRPr lang="en-US"/>
        </a:p>
      </dgm:t>
    </dgm:pt>
    <dgm:pt modelId="{58421DEE-D750-43E2-BEC7-DAB9ECE45D57}" type="sibTrans" cxnId="{44F277B2-022B-4797-B263-4D37F545719D}">
      <dgm:prSet/>
      <dgm:spPr/>
      <dgm:t>
        <a:bodyPr/>
        <a:lstStyle/>
        <a:p>
          <a:endParaRPr lang="en-US"/>
        </a:p>
      </dgm:t>
    </dgm:pt>
    <dgm:pt modelId="{7E9148D7-4293-45A1-B58E-5FAC956DF258}">
      <dgm:prSet/>
      <dgm:spPr/>
      <dgm:t>
        <a:bodyPr/>
        <a:lstStyle/>
        <a:p>
          <a:r>
            <a:rPr lang="en-US" b="1"/>
            <a:t>5. Supports Smart Living</a:t>
          </a:r>
          <a:endParaRPr lang="en-US"/>
        </a:p>
      </dgm:t>
    </dgm:pt>
    <dgm:pt modelId="{8EF0FED1-649F-464F-B327-2E935946F286}" type="parTrans" cxnId="{CC3B9A66-9348-44C9-9933-528D6885043B}">
      <dgm:prSet/>
      <dgm:spPr/>
      <dgm:t>
        <a:bodyPr/>
        <a:lstStyle/>
        <a:p>
          <a:endParaRPr lang="en-US"/>
        </a:p>
      </dgm:t>
    </dgm:pt>
    <dgm:pt modelId="{6ECC8558-7E8F-4BFA-9BCC-252ADB605222}" type="sibTrans" cxnId="{CC3B9A66-9348-44C9-9933-528D6885043B}">
      <dgm:prSet/>
      <dgm:spPr/>
      <dgm:t>
        <a:bodyPr/>
        <a:lstStyle/>
        <a:p>
          <a:endParaRPr lang="en-US"/>
        </a:p>
      </dgm:t>
    </dgm:pt>
    <dgm:pt modelId="{53D09B17-9187-4171-BC40-160AB85B72BB}" type="pres">
      <dgm:prSet presAssocID="{98DED821-39E1-4563-AC68-75A76A5AD515}" presName="vert0" presStyleCnt="0">
        <dgm:presLayoutVars>
          <dgm:dir/>
          <dgm:animOne val="branch"/>
          <dgm:animLvl val="lvl"/>
        </dgm:presLayoutVars>
      </dgm:prSet>
      <dgm:spPr/>
    </dgm:pt>
    <dgm:pt modelId="{22E838B2-A8F8-462E-9184-41C39069B06D}" type="pres">
      <dgm:prSet presAssocID="{077173B8-7005-4C3D-BE7A-0AE96622DE8E}" presName="thickLine" presStyleLbl="alignNode1" presStyleIdx="0" presStyleCnt="5"/>
      <dgm:spPr/>
    </dgm:pt>
    <dgm:pt modelId="{4B5ED99F-6D2E-47D8-9EFD-B8E452B3920F}" type="pres">
      <dgm:prSet presAssocID="{077173B8-7005-4C3D-BE7A-0AE96622DE8E}" presName="horz1" presStyleCnt="0"/>
      <dgm:spPr/>
    </dgm:pt>
    <dgm:pt modelId="{A4B4983A-62DF-4126-BDD2-D32831425CF6}" type="pres">
      <dgm:prSet presAssocID="{077173B8-7005-4C3D-BE7A-0AE96622DE8E}" presName="tx1" presStyleLbl="revTx" presStyleIdx="0" presStyleCnt="5"/>
      <dgm:spPr/>
    </dgm:pt>
    <dgm:pt modelId="{56946896-518D-4D7B-B62F-1E2929DCED34}" type="pres">
      <dgm:prSet presAssocID="{077173B8-7005-4C3D-BE7A-0AE96622DE8E}" presName="vert1" presStyleCnt="0"/>
      <dgm:spPr/>
    </dgm:pt>
    <dgm:pt modelId="{BBD9FC07-3689-46DF-B511-5870D5AA07FC}" type="pres">
      <dgm:prSet presAssocID="{0072882D-5F37-4AB5-9BE0-EBCD8749BF5B}" presName="thickLine" presStyleLbl="alignNode1" presStyleIdx="1" presStyleCnt="5"/>
      <dgm:spPr/>
    </dgm:pt>
    <dgm:pt modelId="{E64DFA7B-CBE9-4161-BFDD-0E18CEFF2FEF}" type="pres">
      <dgm:prSet presAssocID="{0072882D-5F37-4AB5-9BE0-EBCD8749BF5B}" presName="horz1" presStyleCnt="0"/>
      <dgm:spPr/>
    </dgm:pt>
    <dgm:pt modelId="{74D81A2E-C502-4D62-94DF-BC6B3D0A030E}" type="pres">
      <dgm:prSet presAssocID="{0072882D-5F37-4AB5-9BE0-EBCD8749BF5B}" presName="tx1" presStyleLbl="revTx" presStyleIdx="1" presStyleCnt="5"/>
      <dgm:spPr/>
    </dgm:pt>
    <dgm:pt modelId="{07A4EA34-173D-49AD-B36D-726BF037903C}" type="pres">
      <dgm:prSet presAssocID="{0072882D-5F37-4AB5-9BE0-EBCD8749BF5B}" presName="vert1" presStyleCnt="0"/>
      <dgm:spPr/>
    </dgm:pt>
    <dgm:pt modelId="{B1B8CD55-19D0-4C4F-B305-27B3301967C7}" type="pres">
      <dgm:prSet presAssocID="{60DE4FDE-7725-404D-964B-F6D8581C6640}" presName="thickLine" presStyleLbl="alignNode1" presStyleIdx="2" presStyleCnt="5"/>
      <dgm:spPr/>
    </dgm:pt>
    <dgm:pt modelId="{C59DE35B-42ED-4D6F-A1CD-71C4CA6D0A92}" type="pres">
      <dgm:prSet presAssocID="{60DE4FDE-7725-404D-964B-F6D8581C6640}" presName="horz1" presStyleCnt="0"/>
      <dgm:spPr/>
    </dgm:pt>
    <dgm:pt modelId="{CB8600B4-6AE0-4BE5-87D4-6D7695829E45}" type="pres">
      <dgm:prSet presAssocID="{60DE4FDE-7725-404D-964B-F6D8581C6640}" presName="tx1" presStyleLbl="revTx" presStyleIdx="2" presStyleCnt="5"/>
      <dgm:spPr/>
    </dgm:pt>
    <dgm:pt modelId="{58F04F26-78CE-42BB-8A84-278A91A425F3}" type="pres">
      <dgm:prSet presAssocID="{60DE4FDE-7725-404D-964B-F6D8581C6640}" presName="vert1" presStyleCnt="0"/>
      <dgm:spPr/>
    </dgm:pt>
    <dgm:pt modelId="{760B52F4-D03B-4760-9D59-A9D0161608D7}" type="pres">
      <dgm:prSet presAssocID="{B9E8E6C2-8A47-418A-AC8C-B0C90A4210A0}" presName="thickLine" presStyleLbl="alignNode1" presStyleIdx="3" presStyleCnt="5"/>
      <dgm:spPr/>
    </dgm:pt>
    <dgm:pt modelId="{41191F45-2024-43FC-975E-137B5849CAE2}" type="pres">
      <dgm:prSet presAssocID="{B9E8E6C2-8A47-418A-AC8C-B0C90A4210A0}" presName="horz1" presStyleCnt="0"/>
      <dgm:spPr/>
    </dgm:pt>
    <dgm:pt modelId="{361B5BF4-F0D2-466A-AC6E-2DC14AD985EE}" type="pres">
      <dgm:prSet presAssocID="{B9E8E6C2-8A47-418A-AC8C-B0C90A4210A0}" presName="tx1" presStyleLbl="revTx" presStyleIdx="3" presStyleCnt="5"/>
      <dgm:spPr/>
    </dgm:pt>
    <dgm:pt modelId="{992E16F4-DA51-446A-A213-8361EDD01B31}" type="pres">
      <dgm:prSet presAssocID="{B9E8E6C2-8A47-418A-AC8C-B0C90A4210A0}" presName="vert1" presStyleCnt="0"/>
      <dgm:spPr/>
    </dgm:pt>
    <dgm:pt modelId="{3C88D18F-A7BF-46B7-93CF-10097E47B860}" type="pres">
      <dgm:prSet presAssocID="{7E9148D7-4293-45A1-B58E-5FAC956DF258}" presName="thickLine" presStyleLbl="alignNode1" presStyleIdx="4" presStyleCnt="5"/>
      <dgm:spPr/>
    </dgm:pt>
    <dgm:pt modelId="{B213B0EC-4A79-4297-BCFF-491984058531}" type="pres">
      <dgm:prSet presAssocID="{7E9148D7-4293-45A1-B58E-5FAC956DF258}" presName="horz1" presStyleCnt="0"/>
      <dgm:spPr/>
    </dgm:pt>
    <dgm:pt modelId="{B9BF066C-4037-4565-8072-BDA6698BB670}" type="pres">
      <dgm:prSet presAssocID="{7E9148D7-4293-45A1-B58E-5FAC956DF258}" presName="tx1" presStyleLbl="revTx" presStyleIdx="4" presStyleCnt="5"/>
      <dgm:spPr/>
    </dgm:pt>
    <dgm:pt modelId="{EDF0B6F4-1BD1-4C19-874C-B8926090C806}" type="pres">
      <dgm:prSet presAssocID="{7E9148D7-4293-45A1-B58E-5FAC956DF258}" presName="vert1" presStyleCnt="0"/>
      <dgm:spPr/>
    </dgm:pt>
  </dgm:ptLst>
  <dgm:cxnLst>
    <dgm:cxn modelId="{9A48995D-B376-41C2-933A-5BADF83B3DFC}" type="presOf" srcId="{98DED821-39E1-4563-AC68-75A76A5AD515}" destId="{53D09B17-9187-4171-BC40-160AB85B72BB}" srcOrd="0" destOrd="0" presId="urn:microsoft.com/office/officeart/2008/layout/LinedList"/>
    <dgm:cxn modelId="{CC3B9A66-9348-44C9-9933-528D6885043B}" srcId="{98DED821-39E1-4563-AC68-75A76A5AD515}" destId="{7E9148D7-4293-45A1-B58E-5FAC956DF258}" srcOrd="4" destOrd="0" parTransId="{8EF0FED1-649F-464F-B327-2E935946F286}" sibTransId="{6ECC8558-7E8F-4BFA-9BCC-252ADB605222}"/>
    <dgm:cxn modelId="{1B17F554-66CC-487F-BB51-08EC27E3D3B8}" type="presOf" srcId="{60DE4FDE-7725-404D-964B-F6D8581C6640}" destId="{CB8600B4-6AE0-4BE5-87D4-6D7695829E45}" srcOrd="0" destOrd="0" presId="urn:microsoft.com/office/officeart/2008/layout/LinedList"/>
    <dgm:cxn modelId="{4A3F737B-C3AB-4F6D-8AEB-B5BF6D854766}" srcId="{98DED821-39E1-4563-AC68-75A76A5AD515}" destId="{0072882D-5F37-4AB5-9BE0-EBCD8749BF5B}" srcOrd="1" destOrd="0" parTransId="{96351720-77B1-4606-BDAE-FE82C1FA890F}" sibTransId="{65615CFD-AC23-45B2-8954-73D5CCF12496}"/>
    <dgm:cxn modelId="{9C006D7D-BB9E-46E2-A302-C7415D7562C0}" srcId="{98DED821-39E1-4563-AC68-75A76A5AD515}" destId="{077173B8-7005-4C3D-BE7A-0AE96622DE8E}" srcOrd="0" destOrd="0" parTransId="{9963354D-7253-40AD-8316-88EBA10D5637}" sibTransId="{71BAD7C2-AD04-405C-86A4-97DDABFF475D}"/>
    <dgm:cxn modelId="{31255285-E9BE-4F97-A807-9CA53310F9CE}" type="presOf" srcId="{B9E8E6C2-8A47-418A-AC8C-B0C90A4210A0}" destId="{361B5BF4-F0D2-466A-AC6E-2DC14AD985EE}" srcOrd="0" destOrd="0" presId="urn:microsoft.com/office/officeart/2008/layout/LinedList"/>
    <dgm:cxn modelId="{44F277B2-022B-4797-B263-4D37F545719D}" srcId="{98DED821-39E1-4563-AC68-75A76A5AD515}" destId="{B9E8E6C2-8A47-418A-AC8C-B0C90A4210A0}" srcOrd="3" destOrd="0" parTransId="{33B9374C-F671-4E1E-944F-31ACB6555E75}" sibTransId="{58421DEE-D750-43E2-BEC7-DAB9ECE45D57}"/>
    <dgm:cxn modelId="{EE934BC3-53B0-4868-9632-E7973C0975B8}" type="presOf" srcId="{0072882D-5F37-4AB5-9BE0-EBCD8749BF5B}" destId="{74D81A2E-C502-4D62-94DF-BC6B3D0A030E}" srcOrd="0" destOrd="0" presId="urn:microsoft.com/office/officeart/2008/layout/LinedList"/>
    <dgm:cxn modelId="{DD72ECE1-218C-4FE9-92D8-D0009AEA58D1}" type="presOf" srcId="{077173B8-7005-4C3D-BE7A-0AE96622DE8E}" destId="{A4B4983A-62DF-4126-BDD2-D32831425CF6}" srcOrd="0" destOrd="0" presId="urn:microsoft.com/office/officeart/2008/layout/LinedList"/>
    <dgm:cxn modelId="{DAA7D7E5-3040-4EDB-B216-D126F6459F7B}" type="presOf" srcId="{7E9148D7-4293-45A1-B58E-5FAC956DF258}" destId="{B9BF066C-4037-4565-8072-BDA6698BB670}" srcOrd="0" destOrd="0" presId="urn:microsoft.com/office/officeart/2008/layout/LinedList"/>
    <dgm:cxn modelId="{B08719F8-4482-4A16-977C-23E374708340}" srcId="{98DED821-39E1-4563-AC68-75A76A5AD515}" destId="{60DE4FDE-7725-404D-964B-F6D8581C6640}" srcOrd="2" destOrd="0" parTransId="{546D9B24-BB3F-4EEC-9BFF-3A192864765A}" sibTransId="{BE8EC8A0-E567-4BD7-9D19-212F2A100D9E}"/>
    <dgm:cxn modelId="{C3030C44-A237-49FC-B484-C6AB687E9647}" type="presParOf" srcId="{53D09B17-9187-4171-BC40-160AB85B72BB}" destId="{22E838B2-A8F8-462E-9184-41C39069B06D}" srcOrd="0" destOrd="0" presId="urn:microsoft.com/office/officeart/2008/layout/LinedList"/>
    <dgm:cxn modelId="{33C70FFB-1CFD-44FF-A98A-7D64F5653B95}" type="presParOf" srcId="{53D09B17-9187-4171-BC40-160AB85B72BB}" destId="{4B5ED99F-6D2E-47D8-9EFD-B8E452B3920F}" srcOrd="1" destOrd="0" presId="urn:microsoft.com/office/officeart/2008/layout/LinedList"/>
    <dgm:cxn modelId="{7B50D78B-96C3-4B26-AABA-FD9B7E2EACA3}" type="presParOf" srcId="{4B5ED99F-6D2E-47D8-9EFD-B8E452B3920F}" destId="{A4B4983A-62DF-4126-BDD2-D32831425CF6}" srcOrd="0" destOrd="0" presId="urn:microsoft.com/office/officeart/2008/layout/LinedList"/>
    <dgm:cxn modelId="{C4D81A5D-BEEC-40B0-B845-0A55F877D64E}" type="presParOf" srcId="{4B5ED99F-6D2E-47D8-9EFD-B8E452B3920F}" destId="{56946896-518D-4D7B-B62F-1E2929DCED34}" srcOrd="1" destOrd="0" presId="urn:microsoft.com/office/officeart/2008/layout/LinedList"/>
    <dgm:cxn modelId="{7FB13A73-5AFB-4FEB-9943-452567477AE3}" type="presParOf" srcId="{53D09B17-9187-4171-BC40-160AB85B72BB}" destId="{BBD9FC07-3689-46DF-B511-5870D5AA07FC}" srcOrd="2" destOrd="0" presId="urn:microsoft.com/office/officeart/2008/layout/LinedList"/>
    <dgm:cxn modelId="{4FED7364-DFF6-490F-90B2-8AD9F10BBF88}" type="presParOf" srcId="{53D09B17-9187-4171-BC40-160AB85B72BB}" destId="{E64DFA7B-CBE9-4161-BFDD-0E18CEFF2FEF}" srcOrd="3" destOrd="0" presId="urn:microsoft.com/office/officeart/2008/layout/LinedList"/>
    <dgm:cxn modelId="{B35D351A-007F-4620-81E0-70EFA2358610}" type="presParOf" srcId="{E64DFA7B-CBE9-4161-BFDD-0E18CEFF2FEF}" destId="{74D81A2E-C502-4D62-94DF-BC6B3D0A030E}" srcOrd="0" destOrd="0" presId="urn:microsoft.com/office/officeart/2008/layout/LinedList"/>
    <dgm:cxn modelId="{0433A24F-1256-446B-A1BC-DA2A6F351964}" type="presParOf" srcId="{E64DFA7B-CBE9-4161-BFDD-0E18CEFF2FEF}" destId="{07A4EA34-173D-49AD-B36D-726BF037903C}" srcOrd="1" destOrd="0" presId="urn:microsoft.com/office/officeart/2008/layout/LinedList"/>
    <dgm:cxn modelId="{B09C225A-01FC-4269-BDD0-CD0854943181}" type="presParOf" srcId="{53D09B17-9187-4171-BC40-160AB85B72BB}" destId="{B1B8CD55-19D0-4C4F-B305-27B3301967C7}" srcOrd="4" destOrd="0" presId="urn:microsoft.com/office/officeart/2008/layout/LinedList"/>
    <dgm:cxn modelId="{4C897A91-3B75-4517-8E46-2E71374AFAF5}" type="presParOf" srcId="{53D09B17-9187-4171-BC40-160AB85B72BB}" destId="{C59DE35B-42ED-4D6F-A1CD-71C4CA6D0A92}" srcOrd="5" destOrd="0" presId="urn:microsoft.com/office/officeart/2008/layout/LinedList"/>
    <dgm:cxn modelId="{378707DB-42FF-419B-93D5-EFFE472F64AC}" type="presParOf" srcId="{C59DE35B-42ED-4D6F-A1CD-71C4CA6D0A92}" destId="{CB8600B4-6AE0-4BE5-87D4-6D7695829E45}" srcOrd="0" destOrd="0" presId="urn:microsoft.com/office/officeart/2008/layout/LinedList"/>
    <dgm:cxn modelId="{CCCC4AD0-2881-452A-8A20-C1189D4F7CBC}" type="presParOf" srcId="{C59DE35B-42ED-4D6F-A1CD-71C4CA6D0A92}" destId="{58F04F26-78CE-42BB-8A84-278A91A425F3}" srcOrd="1" destOrd="0" presId="urn:microsoft.com/office/officeart/2008/layout/LinedList"/>
    <dgm:cxn modelId="{58A6E9FC-5427-43D5-89A1-3C8989FC1F90}" type="presParOf" srcId="{53D09B17-9187-4171-BC40-160AB85B72BB}" destId="{760B52F4-D03B-4760-9D59-A9D0161608D7}" srcOrd="6" destOrd="0" presId="urn:microsoft.com/office/officeart/2008/layout/LinedList"/>
    <dgm:cxn modelId="{4FC11ABE-78F0-42CA-B6BD-77FE8EB60F2D}" type="presParOf" srcId="{53D09B17-9187-4171-BC40-160AB85B72BB}" destId="{41191F45-2024-43FC-975E-137B5849CAE2}" srcOrd="7" destOrd="0" presId="urn:microsoft.com/office/officeart/2008/layout/LinedList"/>
    <dgm:cxn modelId="{0C99B443-F086-4955-9306-4AC18300C396}" type="presParOf" srcId="{41191F45-2024-43FC-975E-137B5849CAE2}" destId="{361B5BF4-F0D2-466A-AC6E-2DC14AD985EE}" srcOrd="0" destOrd="0" presId="urn:microsoft.com/office/officeart/2008/layout/LinedList"/>
    <dgm:cxn modelId="{400CD9AC-1C99-434A-AD99-B61BBB173641}" type="presParOf" srcId="{41191F45-2024-43FC-975E-137B5849CAE2}" destId="{992E16F4-DA51-446A-A213-8361EDD01B31}" srcOrd="1" destOrd="0" presId="urn:microsoft.com/office/officeart/2008/layout/LinedList"/>
    <dgm:cxn modelId="{565FDF5B-F89A-4D53-80F2-1CFBFFCCAF85}" type="presParOf" srcId="{53D09B17-9187-4171-BC40-160AB85B72BB}" destId="{3C88D18F-A7BF-46B7-93CF-10097E47B860}" srcOrd="8" destOrd="0" presId="urn:microsoft.com/office/officeart/2008/layout/LinedList"/>
    <dgm:cxn modelId="{040E5084-1308-4149-BF4A-F477BCE75707}" type="presParOf" srcId="{53D09B17-9187-4171-BC40-160AB85B72BB}" destId="{B213B0EC-4A79-4297-BCFF-491984058531}" srcOrd="9" destOrd="0" presId="urn:microsoft.com/office/officeart/2008/layout/LinedList"/>
    <dgm:cxn modelId="{C203B6F9-98D0-4B48-AC46-453742E4798D}" type="presParOf" srcId="{B213B0EC-4A79-4297-BCFF-491984058531}" destId="{B9BF066C-4037-4565-8072-BDA6698BB670}" srcOrd="0" destOrd="0" presId="urn:microsoft.com/office/officeart/2008/layout/LinedList"/>
    <dgm:cxn modelId="{AD499693-1320-4848-8B9E-6FD916C9357A}" type="presParOf" srcId="{B213B0EC-4A79-4297-BCFF-491984058531}" destId="{EDF0B6F4-1BD1-4C19-874C-B8926090C8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DED821-39E1-4563-AC68-75A76A5AD51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7173B8-7005-4C3D-BE7A-0AE96622DE8E}">
      <dgm:prSet/>
      <dgm:spPr/>
      <dgm:t>
        <a:bodyPr/>
        <a:lstStyle/>
        <a:p>
          <a:r>
            <a:rPr lang="en-US" b="1" dirty="0"/>
            <a:t>1. </a:t>
          </a:r>
          <a:r>
            <a:rPr lang="en-IN" dirty="0"/>
            <a:t>Accent recognition issues</a:t>
          </a:r>
          <a:endParaRPr lang="en-US" dirty="0"/>
        </a:p>
      </dgm:t>
    </dgm:pt>
    <dgm:pt modelId="{9963354D-7253-40AD-8316-88EBA10D5637}" type="parTrans" cxnId="{9C006D7D-BB9E-46E2-A302-C7415D7562C0}">
      <dgm:prSet/>
      <dgm:spPr/>
      <dgm:t>
        <a:bodyPr/>
        <a:lstStyle/>
        <a:p>
          <a:endParaRPr lang="en-US"/>
        </a:p>
      </dgm:t>
    </dgm:pt>
    <dgm:pt modelId="{71BAD7C2-AD04-405C-86A4-97DDABFF475D}" type="sibTrans" cxnId="{9C006D7D-BB9E-46E2-A302-C7415D7562C0}">
      <dgm:prSet/>
      <dgm:spPr/>
      <dgm:t>
        <a:bodyPr/>
        <a:lstStyle/>
        <a:p>
          <a:endParaRPr lang="en-US"/>
        </a:p>
      </dgm:t>
    </dgm:pt>
    <dgm:pt modelId="{0072882D-5F37-4AB5-9BE0-EBCD8749BF5B}">
      <dgm:prSet/>
      <dgm:spPr/>
      <dgm:t>
        <a:bodyPr/>
        <a:lstStyle/>
        <a:p>
          <a:r>
            <a:rPr lang="en-US" b="1" dirty="0"/>
            <a:t>2. </a:t>
          </a:r>
          <a:r>
            <a:rPr lang="en-IN" dirty="0"/>
            <a:t>Privacy concerns</a:t>
          </a:r>
          <a:endParaRPr lang="en-US" dirty="0"/>
        </a:p>
      </dgm:t>
    </dgm:pt>
    <dgm:pt modelId="{96351720-77B1-4606-BDAE-FE82C1FA890F}" type="parTrans" cxnId="{4A3F737B-C3AB-4F6D-8AEB-B5BF6D854766}">
      <dgm:prSet/>
      <dgm:spPr/>
      <dgm:t>
        <a:bodyPr/>
        <a:lstStyle/>
        <a:p>
          <a:endParaRPr lang="en-US"/>
        </a:p>
      </dgm:t>
    </dgm:pt>
    <dgm:pt modelId="{65615CFD-AC23-45B2-8954-73D5CCF12496}" type="sibTrans" cxnId="{4A3F737B-C3AB-4F6D-8AEB-B5BF6D854766}">
      <dgm:prSet/>
      <dgm:spPr/>
      <dgm:t>
        <a:bodyPr/>
        <a:lstStyle/>
        <a:p>
          <a:endParaRPr lang="en-US"/>
        </a:p>
      </dgm:t>
    </dgm:pt>
    <dgm:pt modelId="{60DE4FDE-7725-404D-964B-F6D8581C6640}">
      <dgm:prSet/>
      <dgm:spPr/>
      <dgm:t>
        <a:bodyPr/>
        <a:lstStyle/>
        <a:p>
          <a:r>
            <a:rPr lang="en-US" b="1" dirty="0"/>
            <a:t>3. </a:t>
          </a:r>
          <a:r>
            <a:rPr lang="en-IN" dirty="0"/>
            <a:t>Internet dependency</a:t>
          </a:r>
          <a:endParaRPr lang="en-US" dirty="0"/>
        </a:p>
      </dgm:t>
    </dgm:pt>
    <dgm:pt modelId="{546D9B24-BB3F-4EEC-9BFF-3A192864765A}" type="parTrans" cxnId="{B08719F8-4482-4A16-977C-23E374708340}">
      <dgm:prSet/>
      <dgm:spPr/>
      <dgm:t>
        <a:bodyPr/>
        <a:lstStyle/>
        <a:p>
          <a:endParaRPr lang="en-US"/>
        </a:p>
      </dgm:t>
    </dgm:pt>
    <dgm:pt modelId="{BE8EC8A0-E567-4BD7-9D19-212F2A100D9E}" type="sibTrans" cxnId="{B08719F8-4482-4A16-977C-23E374708340}">
      <dgm:prSet/>
      <dgm:spPr/>
      <dgm:t>
        <a:bodyPr/>
        <a:lstStyle/>
        <a:p>
          <a:endParaRPr lang="en-US"/>
        </a:p>
      </dgm:t>
    </dgm:pt>
    <dgm:pt modelId="{B9E8E6C2-8A47-418A-AC8C-B0C90A4210A0}">
      <dgm:prSet/>
      <dgm:spPr/>
      <dgm:t>
        <a:bodyPr/>
        <a:lstStyle/>
        <a:p>
          <a:r>
            <a:rPr lang="en-US" b="1" dirty="0"/>
            <a:t>4. </a:t>
          </a:r>
          <a:r>
            <a:rPr lang="en-IN" dirty="0"/>
            <a:t>Background noise problems</a:t>
          </a:r>
          <a:endParaRPr lang="en-US" dirty="0"/>
        </a:p>
      </dgm:t>
    </dgm:pt>
    <dgm:pt modelId="{33B9374C-F671-4E1E-944F-31ACB6555E75}" type="parTrans" cxnId="{44F277B2-022B-4797-B263-4D37F545719D}">
      <dgm:prSet/>
      <dgm:spPr/>
      <dgm:t>
        <a:bodyPr/>
        <a:lstStyle/>
        <a:p>
          <a:endParaRPr lang="en-US"/>
        </a:p>
      </dgm:t>
    </dgm:pt>
    <dgm:pt modelId="{58421DEE-D750-43E2-BEC7-DAB9ECE45D57}" type="sibTrans" cxnId="{44F277B2-022B-4797-B263-4D37F545719D}">
      <dgm:prSet/>
      <dgm:spPr/>
      <dgm:t>
        <a:bodyPr/>
        <a:lstStyle/>
        <a:p>
          <a:endParaRPr lang="en-US"/>
        </a:p>
      </dgm:t>
    </dgm:pt>
    <dgm:pt modelId="{7E9148D7-4293-45A1-B58E-5FAC956DF258}">
      <dgm:prSet/>
      <dgm:spPr/>
      <dgm:t>
        <a:bodyPr/>
        <a:lstStyle/>
        <a:p>
          <a:r>
            <a:rPr lang="en-US" b="1" dirty="0"/>
            <a:t>5. </a:t>
          </a:r>
          <a:r>
            <a:rPr lang="en-IN" dirty="0"/>
            <a:t>Data security risks</a:t>
          </a:r>
          <a:endParaRPr lang="en-US" dirty="0"/>
        </a:p>
      </dgm:t>
    </dgm:pt>
    <dgm:pt modelId="{8EF0FED1-649F-464F-B327-2E935946F286}" type="parTrans" cxnId="{CC3B9A66-9348-44C9-9933-528D6885043B}">
      <dgm:prSet/>
      <dgm:spPr/>
      <dgm:t>
        <a:bodyPr/>
        <a:lstStyle/>
        <a:p>
          <a:endParaRPr lang="en-US"/>
        </a:p>
      </dgm:t>
    </dgm:pt>
    <dgm:pt modelId="{6ECC8558-7E8F-4BFA-9BCC-252ADB605222}" type="sibTrans" cxnId="{CC3B9A66-9348-44C9-9933-528D6885043B}">
      <dgm:prSet/>
      <dgm:spPr/>
      <dgm:t>
        <a:bodyPr/>
        <a:lstStyle/>
        <a:p>
          <a:endParaRPr lang="en-US"/>
        </a:p>
      </dgm:t>
    </dgm:pt>
    <dgm:pt modelId="{53D09B17-9187-4171-BC40-160AB85B72BB}" type="pres">
      <dgm:prSet presAssocID="{98DED821-39E1-4563-AC68-75A76A5AD515}" presName="vert0" presStyleCnt="0">
        <dgm:presLayoutVars>
          <dgm:dir/>
          <dgm:animOne val="branch"/>
          <dgm:animLvl val="lvl"/>
        </dgm:presLayoutVars>
      </dgm:prSet>
      <dgm:spPr/>
    </dgm:pt>
    <dgm:pt modelId="{22E838B2-A8F8-462E-9184-41C39069B06D}" type="pres">
      <dgm:prSet presAssocID="{077173B8-7005-4C3D-BE7A-0AE96622DE8E}" presName="thickLine" presStyleLbl="alignNode1" presStyleIdx="0" presStyleCnt="5"/>
      <dgm:spPr/>
    </dgm:pt>
    <dgm:pt modelId="{4B5ED99F-6D2E-47D8-9EFD-B8E452B3920F}" type="pres">
      <dgm:prSet presAssocID="{077173B8-7005-4C3D-BE7A-0AE96622DE8E}" presName="horz1" presStyleCnt="0"/>
      <dgm:spPr/>
    </dgm:pt>
    <dgm:pt modelId="{A4B4983A-62DF-4126-BDD2-D32831425CF6}" type="pres">
      <dgm:prSet presAssocID="{077173B8-7005-4C3D-BE7A-0AE96622DE8E}" presName="tx1" presStyleLbl="revTx" presStyleIdx="0" presStyleCnt="5"/>
      <dgm:spPr/>
    </dgm:pt>
    <dgm:pt modelId="{56946896-518D-4D7B-B62F-1E2929DCED34}" type="pres">
      <dgm:prSet presAssocID="{077173B8-7005-4C3D-BE7A-0AE96622DE8E}" presName="vert1" presStyleCnt="0"/>
      <dgm:spPr/>
    </dgm:pt>
    <dgm:pt modelId="{BBD9FC07-3689-46DF-B511-5870D5AA07FC}" type="pres">
      <dgm:prSet presAssocID="{0072882D-5F37-4AB5-9BE0-EBCD8749BF5B}" presName="thickLine" presStyleLbl="alignNode1" presStyleIdx="1" presStyleCnt="5"/>
      <dgm:spPr/>
    </dgm:pt>
    <dgm:pt modelId="{E64DFA7B-CBE9-4161-BFDD-0E18CEFF2FEF}" type="pres">
      <dgm:prSet presAssocID="{0072882D-5F37-4AB5-9BE0-EBCD8749BF5B}" presName="horz1" presStyleCnt="0"/>
      <dgm:spPr/>
    </dgm:pt>
    <dgm:pt modelId="{74D81A2E-C502-4D62-94DF-BC6B3D0A030E}" type="pres">
      <dgm:prSet presAssocID="{0072882D-5F37-4AB5-9BE0-EBCD8749BF5B}" presName="tx1" presStyleLbl="revTx" presStyleIdx="1" presStyleCnt="5"/>
      <dgm:spPr/>
    </dgm:pt>
    <dgm:pt modelId="{07A4EA34-173D-49AD-B36D-726BF037903C}" type="pres">
      <dgm:prSet presAssocID="{0072882D-5F37-4AB5-9BE0-EBCD8749BF5B}" presName="vert1" presStyleCnt="0"/>
      <dgm:spPr/>
    </dgm:pt>
    <dgm:pt modelId="{B1B8CD55-19D0-4C4F-B305-27B3301967C7}" type="pres">
      <dgm:prSet presAssocID="{60DE4FDE-7725-404D-964B-F6D8581C6640}" presName="thickLine" presStyleLbl="alignNode1" presStyleIdx="2" presStyleCnt="5"/>
      <dgm:spPr/>
    </dgm:pt>
    <dgm:pt modelId="{C59DE35B-42ED-4D6F-A1CD-71C4CA6D0A92}" type="pres">
      <dgm:prSet presAssocID="{60DE4FDE-7725-404D-964B-F6D8581C6640}" presName="horz1" presStyleCnt="0"/>
      <dgm:spPr/>
    </dgm:pt>
    <dgm:pt modelId="{CB8600B4-6AE0-4BE5-87D4-6D7695829E45}" type="pres">
      <dgm:prSet presAssocID="{60DE4FDE-7725-404D-964B-F6D8581C6640}" presName="tx1" presStyleLbl="revTx" presStyleIdx="2" presStyleCnt="5"/>
      <dgm:spPr/>
    </dgm:pt>
    <dgm:pt modelId="{58F04F26-78CE-42BB-8A84-278A91A425F3}" type="pres">
      <dgm:prSet presAssocID="{60DE4FDE-7725-404D-964B-F6D8581C6640}" presName="vert1" presStyleCnt="0"/>
      <dgm:spPr/>
    </dgm:pt>
    <dgm:pt modelId="{760B52F4-D03B-4760-9D59-A9D0161608D7}" type="pres">
      <dgm:prSet presAssocID="{B9E8E6C2-8A47-418A-AC8C-B0C90A4210A0}" presName="thickLine" presStyleLbl="alignNode1" presStyleIdx="3" presStyleCnt="5"/>
      <dgm:spPr/>
    </dgm:pt>
    <dgm:pt modelId="{41191F45-2024-43FC-975E-137B5849CAE2}" type="pres">
      <dgm:prSet presAssocID="{B9E8E6C2-8A47-418A-AC8C-B0C90A4210A0}" presName="horz1" presStyleCnt="0"/>
      <dgm:spPr/>
    </dgm:pt>
    <dgm:pt modelId="{361B5BF4-F0D2-466A-AC6E-2DC14AD985EE}" type="pres">
      <dgm:prSet presAssocID="{B9E8E6C2-8A47-418A-AC8C-B0C90A4210A0}" presName="tx1" presStyleLbl="revTx" presStyleIdx="3" presStyleCnt="5"/>
      <dgm:spPr/>
    </dgm:pt>
    <dgm:pt modelId="{992E16F4-DA51-446A-A213-8361EDD01B31}" type="pres">
      <dgm:prSet presAssocID="{B9E8E6C2-8A47-418A-AC8C-B0C90A4210A0}" presName="vert1" presStyleCnt="0"/>
      <dgm:spPr/>
    </dgm:pt>
    <dgm:pt modelId="{3C88D18F-A7BF-46B7-93CF-10097E47B860}" type="pres">
      <dgm:prSet presAssocID="{7E9148D7-4293-45A1-B58E-5FAC956DF258}" presName="thickLine" presStyleLbl="alignNode1" presStyleIdx="4" presStyleCnt="5"/>
      <dgm:spPr/>
    </dgm:pt>
    <dgm:pt modelId="{B213B0EC-4A79-4297-BCFF-491984058531}" type="pres">
      <dgm:prSet presAssocID="{7E9148D7-4293-45A1-B58E-5FAC956DF258}" presName="horz1" presStyleCnt="0"/>
      <dgm:spPr/>
    </dgm:pt>
    <dgm:pt modelId="{B9BF066C-4037-4565-8072-BDA6698BB670}" type="pres">
      <dgm:prSet presAssocID="{7E9148D7-4293-45A1-B58E-5FAC956DF258}" presName="tx1" presStyleLbl="revTx" presStyleIdx="4" presStyleCnt="5"/>
      <dgm:spPr/>
    </dgm:pt>
    <dgm:pt modelId="{EDF0B6F4-1BD1-4C19-874C-B8926090C806}" type="pres">
      <dgm:prSet presAssocID="{7E9148D7-4293-45A1-B58E-5FAC956DF258}" presName="vert1" presStyleCnt="0"/>
      <dgm:spPr/>
    </dgm:pt>
  </dgm:ptLst>
  <dgm:cxnLst>
    <dgm:cxn modelId="{9A48995D-B376-41C2-933A-5BADF83B3DFC}" type="presOf" srcId="{98DED821-39E1-4563-AC68-75A76A5AD515}" destId="{53D09B17-9187-4171-BC40-160AB85B72BB}" srcOrd="0" destOrd="0" presId="urn:microsoft.com/office/officeart/2008/layout/LinedList"/>
    <dgm:cxn modelId="{CC3B9A66-9348-44C9-9933-528D6885043B}" srcId="{98DED821-39E1-4563-AC68-75A76A5AD515}" destId="{7E9148D7-4293-45A1-B58E-5FAC956DF258}" srcOrd="4" destOrd="0" parTransId="{8EF0FED1-649F-464F-B327-2E935946F286}" sibTransId="{6ECC8558-7E8F-4BFA-9BCC-252ADB605222}"/>
    <dgm:cxn modelId="{1B17F554-66CC-487F-BB51-08EC27E3D3B8}" type="presOf" srcId="{60DE4FDE-7725-404D-964B-F6D8581C6640}" destId="{CB8600B4-6AE0-4BE5-87D4-6D7695829E45}" srcOrd="0" destOrd="0" presId="urn:microsoft.com/office/officeart/2008/layout/LinedList"/>
    <dgm:cxn modelId="{4A3F737B-C3AB-4F6D-8AEB-B5BF6D854766}" srcId="{98DED821-39E1-4563-AC68-75A76A5AD515}" destId="{0072882D-5F37-4AB5-9BE0-EBCD8749BF5B}" srcOrd="1" destOrd="0" parTransId="{96351720-77B1-4606-BDAE-FE82C1FA890F}" sibTransId="{65615CFD-AC23-45B2-8954-73D5CCF12496}"/>
    <dgm:cxn modelId="{9C006D7D-BB9E-46E2-A302-C7415D7562C0}" srcId="{98DED821-39E1-4563-AC68-75A76A5AD515}" destId="{077173B8-7005-4C3D-BE7A-0AE96622DE8E}" srcOrd="0" destOrd="0" parTransId="{9963354D-7253-40AD-8316-88EBA10D5637}" sibTransId="{71BAD7C2-AD04-405C-86A4-97DDABFF475D}"/>
    <dgm:cxn modelId="{31255285-E9BE-4F97-A807-9CA53310F9CE}" type="presOf" srcId="{B9E8E6C2-8A47-418A-AC8C-B0C90A4210A0}" destId="{361B5BF4-F0D2-466A-AC6E-2DC14AD985EE}" srcOrd="0" destOrd="0" presId="urn:microsoft.com/office/officeart/2008/layout/LinedList"/>
    <dgm:cxn modelId="{44F277B2-022B-4797-B263-4D37F545719D}" srcId="{98DED821-39E1-4563-AC68-75A76A5AD515}" destId="{B9E8E6C2-8A47-418A-AC8C-B0C90A4210A0}" srcOrd="3" destOrd="0" parTransId="{33B9374C-F671-4E1E-944F-31ACB6555E75}" sibTransId="{58421DEE-D750-43E2-BEC7-DAB9ECE45D57}"/>
    <dgm:cxn modelId="{EE934BC3-53B0-4868-9632-E7973C0975B8}" type="presOf" srcId="{0072882D-5F37-4AB5-9BE0-EBCD8749BF5B}" destId="{74D81A2E-C502-4D62-94DF-BC6B3D0A030E}" srcOrd="0" destOrd="0" presId="urn:microsoft.com/office/officeart/2008/layout/LinedList"/>
    <dgm:cxn modelId="{DD72ECE1-218C-4FE9-92D8-D0009AEA58D1}" type="presOf" srcId="{077173B8-7005-4C3D-BE7A-0AE96622DE8E}" destId="{A4B4983A-62DF-4126-BDD2-D32831425CF6}" srcOrd="0" destOrd="0" presId="urn:microsoft.com/office/officeart/2008/layout/LinedList"/>
    <dgm:cxn modelId="{DAA7D7E5-3040-4EDB-B216-D126F6459F7B}" type="presOf" srcId="{7E9148D7-4293-45A1-B58E-5FAC956DF258}" destId="{B9BF066C-4037-4565-8072-BDA6698BB670}" srcOrd="0" destOrd="0" presId="urn:microsoft.com/office/officeart/2008/layout/LinedList"/>
    <dgm:cxn modelId="{B08719F8-4482-4A16-977C-23E374708340}" srcId="{98DED821-39E1-4563-AC68-75A76A5AD515}" destId="{60DE4FDE-7725-404D-964B-F6D8581C6640}" srcOrd="2" destOrd="0" parTransId="{546D9B24-BB3F-4EEC-9BFF-3A192864765A}" sibTransId="{BE8EC8A0-E567-4BD7-9D19-212F2A100D9E}"/>
    <dgm:cxn modelId="{C3030C44-A237-49FC-B484-C6AB687E9647}" type="presParOf" srcId="{53D09B17-9187-4171-BC40-160AB85B72BB}" destId="{22E838B2-A8F8-462E-9184-41C39069B06D}" srcOrd="0" destOrd="0" presId="urn:microsoft.com/office/officeart/2008/layout/LinedList"/>
    <dgm:cxn modelId="{33C70FFB-1CFD-44FF-A98A-7D64F5653B95}" type="presParOf" srcId="{53D09B17-9187-4171-BC40-160AB85B72BB}" destId="{4B5ED99F-6D2E-47D8-9EFD-B8E452B3920F}" srcOrd="1" destOrd="0" presId="urn:microsoft.com/office/officeart/2008/layout/LinedList"/>
    <dgm:cxn modelId="{7B50D78B-96C3-4B26-AABA-FD9B7E2EACA3}" type="presParOf" srcId="{4B5ED99F-6D2E-47D8-9EFD-B8E452B3920F}" destId="{A4B4983A-62DF-4126-BDD2-D32831425CF6}" srcOrd="0" destOrd="0" presId="urn:microsoft.com/office/officeart/2008/layout/LinedList"/>
    <dgm:cxn modelId="{C4D81A5D-BEEC-40B0-B845-0A55F877D64E}" type="presParOf" srcId="{4B5ED99F-6D2E-47D8-9EFD-B8E452B3920F}" destId="{56946896-518D-4D7B-B62F-1E2929DCED34}" srcOrd="1" destOrd="0" presId="urn:microsoft.com/office/officeart/2008/layout/LinedList"/>
    <dgm:cxn modelId="{7FB13A73-5AFB-4FEB-9943-452567477AE3}" type="presParOf" srcId="{53D09B17-9187-4171-BC40-160AB85B72BB}" destId="{BBD9FC07-3689-46DF-B511-5870D5AA07FC}" srcOrd="2" destOrd="0" presId="urn:microsoft.com/office/officeart/2008/layout/LinedList"/>
    <dgm:cxn modelId="{4FED7364-DFF6-490F-90B2-8AD9F10BBF88}" type="presParOf" srcId="{53D09B17-9187-4171-BC40-160AB85B72BB}" destId="{E64DFA7B-CBE9-4161-BFDD-0E18CEFF2FEF}" srcOrd="3" destOrd="0" presId="urn:microsoft.com/office/officeart/2008/layout/LinedList"/>
    <dgm:cxn modelId="{B35D351A-007F-4620-81E0-70EFA2358610}" type="presParOf" srcId="{E64DFA7B-CBE9-4161-BFDD-0E18CEFF2FEF}" destId="{74D81A2E-C502-4D62-94DF-BC6B3D0A030E}" srcOrd="0" destOrd="0" presId="urn:microsoft.com/office/officeart/2008/layout/LinedList"/>
    <dgm:cxn modelId="{0433A24F-1256-446B-A1BC-DA2A6F351964}" type="presParOf" srcId="{E64DFA7B-CBE9-4161-BFDD-0E18CEFF2FEF}" destId="{07A4EA34-173D-49AD-B36D-726BF037903C}" srcOrd="1" destOrd="0" presId="urn:microsoft.com/office/officeart/2008/layout/LinedList"/>
    <dgm:cxn modelId="{B09C225A-01FC-4269-BDD0-CD0854943181}" type="presParOf" srcId="{53D09B17-9187-4171-BC40-160AB85B72BB}" destId="{B1B8CD55-19D0-4C4F-B305-27B3301967C7}" srcOrd="4" destOrd="0" presId="urn:microsoft.com/office/officeart/2008/layout/LinedList"/>
    <dgm:cxn modelId="{4C897A91-3B75-4517-8E46-2E71374AFAF5}" type="presParOf" srcId="{53D09B17-9187-4171-BC40-160AB85B72BB}" destId="{C59DE35B-42ED-4D6F-A1CD-71C4CA6D0A92}" srcOrd="5" destOrd="0" presId="urn:microsoft.com/office/officeart/2008/layout/LinedList"/>
    <dgm:cxn modelId="{378707DB-42FF-419B-93D5-EFFE472F64AC}" type="presParOf" srcId="{C59DE35B-42ED-4D6F-A1CD-71C4CA6D0A92}" destId="{CB8600B4-6AE0-4BE5-87D4-6D7695829E45}" srcOrd="0" destOrd="0" presId="urn:microsoft.com/office/officeart/2008/layout/LinedList"/>
    <dgm:cxn modelId="{CCCC4AD0-2881-452A-8A20-C1189D4F7CBC}" type="presParOf" srcId="{C59DE35B-42ED-4D6F-A1CD-71C4CA6D0A92}" destId="{58F04F26-78CE-42BB-8A84-278A91A425F3}" srcOrd="1" destOrd="0" presId="urn:microsoft.com/office/officeart/2008/layout/LinedList"/>
    <dgm:cxn modelId="{58A6E9FC-5427-43D5-89A1-3C8989FC1F90}" type="presParOf" srcId="{53D09B17-9187-4171-BC40-160AB85B72BB}" destId="{760B52F4-D03B-4760-9D59-A9D0161608D7}" srcOrd="6" destOrd="0" presId="urn:microsoft.com/office/officeart/2008/layout/LinedList"/>
    <dgm:cxn modelId="{4FC11ABE-78F0-42CA-B6BD-77FE8EB60F2D}" type="presParOf" srcId="{53D09B17-9187-4171-BC40-160AB85B72BB}" destId="{41191F45-2024-43FC-975E-137B5849CAE2}" srcOrd="7" destOrd="0" presId="urn:microsoft.com/office/officeart/2008/layout/LinedList"/>
    <dgm:cxn modelId="{0C99B443-F086-4955-9306-4AC18300C396}" type="presParOf" srcId="{41191F45-2024-43FC-975E-137B5849CAE2}" destId="{361B5BF4-F0D2-466A-AC6E-2DC14AD985EE}" srcOrd="0" destOrd="0" presId="urn:microsoft.com/office/officeart/2008/layout/LinedList"/>
    <dgm:cxn modelId="{400CD9AC-1C99-434A-AD99-B61BBB173641}" type="presParOf" srcId="{41191F45-2024-43FC-975E-137B5849CAE2}" destId="{992E16F4-DA51-446A-A213-8361EDD01B31}" srcOrd="1" destOrd="0" presId="urn:microsoft.com/office/officeart/2008/layout/LinedList"/>
    <dgm:cxn modelId="{565FDF5B-F89A-4D53-80F2-1CFBFFCCAF85}" type="presParOf" srcId="{53D09B17-9187-4171-BC40-160AB85B72BB}" destId="{3C88D18F-A7BF-46B7-93CF-10097E47B860}" srcOrd="8" destOrd="0" presId="urn:microsoft.com/office/officeart/2008/layout/LinedList"/>
    <dgm:cxn modelId="{040E5084-1308-4149-BF4A-F477BCE75707}" type="presParOf" srcId="{53D09B17-9187-4171-BC40-160AB85B72BB}" destId="{B213B0EC-4A79-4297-BCFF-491984058531}" srcOrd="9" destOrd="0" presId="urn:microsoft.com/office/officeart/2008/layout/LinedList"/>
    <dgm:cxn modelId="{C203B6F9-98D0-4B48-AC46-453742E4798D}" type="presParOf" srcId="{B213B0EC-4A79-4297-BCFF-491984058531}" destId="{B9BF066C-4037-4565-8072-BDA6698BB670}" srcOrd="0" destOrd="0" presId="urn:microsoft.com/office/officeart/2008/layout/LinedList"/>
    <dgm:cxn modelId="{AD499693-1320-4848-8B9E-6FD916C9357A}" type="presParOf" srcId="{B213B0EC-4A79-4297-BCFF-491984058531}" destId="{EDF0B6F4-1BD1-4C19-874C-B8926090C8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10943-4615-4614-92B3-260E98887907}">
      <dsp:nvSpPr>
        <dsp:cNvPr id="0" name=""/>
        <dsp:cNvSpPr/>
      </dsp:nvSpPr>
      <dsp:spPr>
        <a:xfrm>
          <a:off x="0" y="495269"/>
          <a:ext cx="10058399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Automatic Speech Recognition (ASR) → Speech to Text</a:t>
          </a:r>
          <a:endParaRPr lang="en-US" sz="2900" kern="1200"/>
        </a:p>
      </dsp:txBody>
      <dsp:txXfrm>
        <a:off x="33955" y="529224"/>
        <a:ext cx="9990489" cy="627655"/>
      </dsp:txXfrm>
    </dsp:sp>
    <dsp:sp modelId="{B6A0AFDC-9754-4EF5-B9F0-CD740E672ECC}">
      <dsp:nvSpPr>
        <dsp:cNvPr id="0" name=""/>
        <dsp:cNvSpPr/>
      </dsp:nvSpPr>
      <dsp:spPr>
        <a:xfrm>
          <a:off x="0" y="1274354"/>
          <a:ext cx="10058399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Natural Language Understanding (NLU) → Understand Meaning</a:t>
          </a:r>
          <a:endParaRPr lang="en-US" sz="2900" kern="1200"/>
        </a:p>
      </dsp:txBody>
      <dsp:txXfrm>
        <a:off x="33955" y="1308309"/>
        <a:ext cx="9990489" cy="627655"/>
      </dsp:txXfrm>
    </dsp:sp>
    <dsp:sp modelId="{D5794BD1-CF79-44EF-B163-7A2ED295DD2C}">
      <dsp:nvSpPr>
        <dsp:cNvPr id="0" name=""/>
        <dsp:cNvSpPr/>
      </dsp:nvSpPr>
      <dsp:spPr>
        <a:xfrm>
          <a:off x="0" y="2053440"/>
          <a:ext cx="10058399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Dialogue Management → Decide Response</a:t>
          </a:r>
          <a:endParaRPr lang="en-US" sz="2900" kern="1200"/>
        </a:p>
      </dsp:txBody>
      <dsp:txXfrm>
        <a:off x="33955" y="2087395"/>
        <a:ext cx="9990489" cy="627655"/>
      </dsp:txXfrm>
    </dsp:sp>
    <dsp:sp modelId="{504F1E33-B5F2-4A79-8B85-523205708595}">
      <dsp:nvSpPr>
        <dsp:cNvPr id="0" name=""/>
        <dsp:cNvSpPr/>
      </dsp:nvSpPr>
      <dsp:spPr>
        <a:xfrm>
          <a:off x="0" y="2832525"/>
          <a:ext cx="10058399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Text To Speech (TTS) → Convert Text to Voice</a:t>
          </a:r>
          <a:endParaRPr lang="en-US" sz="2900" kern="1200"/>
        </a:p>
      </dsp:txBody>
      <dsp:txXfrm>
        <a:off x="33955" y="2866480"/>
        <a:ext cx="9990489" cy="627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E852D2-B0AF-41B5-B774-358698B02712}">
      <dsp:nvSpPr>
        <dsp:cNvPr id="0" name=""/>
        <dsp:cNvSpPr/>
      </dsp:nvSpPr>
      <dsp:spPr>
        <a:xfrm>
          <a:off x="348206" y="835188"/>
          <a:ext cx="1075482" cy="10754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8C094-114B-4D16-B6D4-B2C1180447A2}">
      <dsp:nvSpPr>
        <dsp:cNvPr id="0" name=""/>
        <dsp:cNvSpPr/>
      </dsp:nvSpPr>
      <dsp:spPr>
        <a:xfrm>
          <a:off x="577408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5351E-91AD-4AFB-886F-07B8C61CDBB4}">
      <dsp:nvSpPr>
        <dsp:cNvPr id="0" name=""/>
        <dsp:cNvSpPr/>
      </dsp:nvSpPr>
      <dsp:spPr>
        <a:xfrm>
          <a:off x="4405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 baseline="0"/>
            <a:t>Intent Detection</a:t>
          </a:r>
          <a:endParaRPr lang="en-US" sz="1900" kern="1200"/>
        </a:p>
      </dsp:txBody>
      <dsp:txXfrm>
        <a:off x="4405" y="2245657"/>
        <a:ext cx="1763085" cy="705234"/>
      </dsp:txXfrm>
    </dsp:sp>
    <dsp:sp modelId="{A631B52C-15A9-4AE6-91D0-648C250450BB}">
      <dsp:nvSpPr>
        <dsp:cNvPr id="0" name=""/>
        <dsp:cNvSpPr/>
      </dsp:nvSpPr>
      <dsp:spPr>
        <a:xfrm>
          <a:off x="2419832" y="835188"/>
          <a:ext cx="1075482" cy="10754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7AB4E-48C9-43AA-8835-F6AD614BE1CA}">
      <dsp:nvSpPr>
        <dsp:cNvPr id="0" name=""/>
        <dsp:cNvSpPr/>
      </dsp:nvSpPr>
      <dsp:spPr>
        <a:xfrm>
          <a:off x="2649033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4852F-2D23-45D7-948F-FCF1BA181A91}">
      <dsp:nvSpPr>
        <dsp:cNvPr id="0" name=""/>
        <dsp:cNvSpPr/>
      </dsp:nvSpPr>
      <dsp:spPr>
        <a:xfrm>
          <a:off x="2076031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 baseline="0"/>
            <a:t>Entity Recognition</a:t>
          </a:r>
          <a:endParaRPr lang="en-US" sz="1900" kern="1200"/>
        </a:p>
      </dsp:txBody>
      <dsp:txXfrm>
        <a:off x="2076031" y="2245657"/>
        <a:ext cx="1763085" cy="705234"/>
      </dsp:txXfrm>
    </dsp:sp>
    <dsp:sp modelId="{4E01806B-9FCA-4D29-9943-934CB72BC4A7}">
      <dsp:nvSpPr>
        <dsp:cNvPr id="0" name=""/>
        <dsp:cNvSpPr/>
      </dsp:nvSpPr>
      <dsp:spPr>
        <a:xfrm>
          <a:off x="4491458" y="835188"/>
          <a:ext cx="1075482" cy="10754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AF2A7-1E0A-4F92-8E1A-C54DD21E34D9}">
      <dsp:nvSpPr>
        <dsp:cNvPr id="0" name=""/>
        <dsp:cNvSpPr/>
      </dsp:nvSpPr>
      <dsp:spPr>
        <a:xfrm>
          <a:off x="4720659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FCA79-F8E5-475D-96B3-1E024933E4F1}">
      <dsp:nvSpPr>
        <dsp:cNvPr id="0" name=""/>
        <dsp:cNvSpPr/>
      </dsp:nvSpPr>
      <dsp:spPr>
        <a:xfrm>
          <a:off x="4147657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 baseline="0"/>
            <a:t>Context Understanding</a:t>
          </a:r>
          <a:endParaRPr lang="en-US" sz="1900" kern="1200"/>
        </a:p>
      </dsp:txBody>
      <dsp:txXfrm>
        <a:off x="4147657" y="2245657"/>
        <a:ext cx="1763085" cy="705234"/>
      </dsp:txXfrm>
    </dsp:sp>
    <dsp:sp modelId="{7C56B58C-95DF-4983-8AB3-E2051FC8AC33}">
      <dsp:nvSpPr>
        <dsp:cNvPr id="0" name=""/>
        <dsp:cNvSpPr/>
      </dsp:nvSpPr>
      <dsp:spPr>
        <a:xfrm>
          <a:off x="6563084" y="835188"/>
          <a:ext cx="1075482" cy="10754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C09F99-D7FF-4346-83C5-F588ED958424}">
      <dsp:nvSpPr>
        <dsp:cNvPr id="0" name=""/>
        <dsp:cNvSpPr/>
      </dsp:nvSpPr>
      <dsp:spPr>
        <a:xfrm>
          <a:off x="6792285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63510-C5DE-496B-80C7-1064BDB5AE79}">
      <dsp:nvSpPr>
        <dsp:cNvPr id="0" name=""/>
        <dsp:cNvSpPr/>
      </dsp:nvSpPr>
      <dsp:spPr>
        <a:xfrm>
          <a:off x="6219283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 baseline="0"/>
            <a:t>Language Translation</a:t>
          </a:r>
          <a:endParaRPr lang="en-US" sz="1900" kern="1200"/>
        </a:p>
      </dsp:txBody>
      <dsp:txXfrm>
        <a:off x="6219283" y="2245657"/>
        <a:ext cx="1763085" cy="705234"/>
      </dsp:txXfrm>
    </dsp:sp>
    <dsp:sp modelId="{C3838A5D-8DA7-491A-B998-50416E2113C8}">
      <dsp:nvSpPr>
        <dsp:cNvPr id="0" name=""/>
        <dsp:cNvSpPr/>
      </dsp:nvSpPr>
      <dsp:spPr>
        <a:xfrm>
          <a:off x="8634710" y="835188"/>
          <a:ext cx="1075482" cy="10754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FE2B5D-2EFF-44EA-99D1-7F57EECC4CD8}">
      <dsp:nvSpPr>
        <dsp:cNvPr id="0" name=""/>
        <dsp:cNvSpPr/>
      </dsp:nvSpPr>
      <dsp:spPr>
        <a:xfrm>
          <a:off x="8863911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84D77-DABE-4C22-8860-D7E2F435229B}">
      <dsp:nvSpPr>
        <dsp:cNvPr id="0" name=""/>
        <dsp:cNvSpPr/>
      </dsp:nvSpPr>
      <dsp:spPr>
        <a:xfrm>
          <a:off x="8290908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 baseline="0"/>
            <a:t>Sentiment Detection</a:t>
          </a:r>
          <a:endParaRPr lang="en-US" sz="1900" kern="1200"/>
        </a:p>
      </dsp:txBody>
      <dsp:txXfrm>
        <a:off x="8290908" y="2245657"/>
        <a:ext cx="1763085" cy="7052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714E9-AC27-4E3D-A778-256FD2A089DC}">
      <dsp:nvSpPr>
        <dsp:cNvPr id="0" name=""/>
        <dsp:cNvSpPr/>
      </dsp:nvSpPr>
      <dsp:spPr>
        <a:xfrm>
          <a:off x="1700930" y="5842"/>
          <a:ext cx="881244" cy="881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737B1-2247-4B4A-8BF1-1A734885E975}">
      <dsp:nvSpPr>
        <dsp:cNvPr id="0" name=""/>
        <dsp:cNvSpPr/>
      </dsp:nvSpPr>
      <dsp:spPr>
        <a:xfrm>
          <a:off x="1885991" y="190904"/>
          <a:ext cx="511121" cy="5111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C8E48-A643-47CB-987B-8792427AD60E}">
      <dsp:nvSpPr>
        <dsp:cNvPr id="0" name=""/>
        <dsp:cNvSpPr/>
      </dsp:nvSpPr>
      <dsp:spPr>
        <a:xfrm>
          <a:off x="2771012" y="5842"/>
          <a:ext cx="2077217" cy="88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Smart Homes</a:t>
          </a:r>
          <a:endParaRPr lang="en-US" sz="2400" kern="1200"/>
        </a:p>
      </dsp:txBody>
      <dsp:txXfrm>
        <a:off x="2771012" y="5842"/>
        <a:ext cx="2077217" cy="881244"/>
      </dsp:txXfrm>
    </dsp:sp>
    <dsp:sp modelId="{0B066B0D-2FBD-4ACF-BA29-C07641B0392B}">
      <dsp:nvSpPr>
        <dsp:cNvPr id="0" name=""/>
        <dsp:cNvSpPr/>
      </dsp:nvSpPr>
      <dsp:spPr>
        <a:xfrm>
          <a:off x="5210169" y="5842"/>
          <a:ext cx="881244" cy="881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839F30-D0B7-4F7D-B7E1-4F27F19A3097}">
      <dsp:nvSpPr>
        <dsp:cNvPr id="0" name=""/>
        <dsp:cNvSpPr/>
      </dsp:nvSpPr>
      <dsp:spPr>
        <a:xfrm>
          <a:off x="5395230" y="190904"/>
          <a:ext cx="511121" cy="5111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2FD86-7C55-4862-83DD-FE1A84E19D73}">
      <dsp:nvSpPr>
        <dsp:cNvPr id="0" name=""/>
        <dsp:cNvSpPr/>
      </dsp:nvSpPr>
      <dsp:spPr>
        <a:xfrm>
          <a:off x="6280251" y="5842"/>
          <a:ext cx="2077217" cy="88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Customer Support</a:t>
          </a:r>
          <a:endParaRPr lang="en-US" sz="2400" kern="1200"/>
        </a:p>
      </dsp:txBody>
      <dsp:txXfrm>
        <a:off x="6280251" y="5842"/>
        <a:ext cx="2077217" cy="881244"/>
      </dsp:txXfrm>
    </dsp:sp>
    <dsp:sp modelId="{BAB38C19-1841-49D7-926C-2D2399A3D701}">
      <dsp:nvSpPr>
        <dsp:cNvPr id="0" name=""/>
        <dsp:cNvSpPr/>
      </dsp:nvSpPr>
      <dsp:spPr>
        <a:xfrm>
          <a:off x="1700930" y="1571058"/>
          <a:ext cx="881244" cy="881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9BEBC-A252-4E79-9895-6D7FEE58A412}">
      <dsp:nvSpPr>
        <dsp:cNvPr id="0" name=""/>
        <dsp:cNvSpPr/>
      </dsp:nvSpPr>
      <dsp:spPr>
        <a:xfrm>
          <a:off x="1885991" y="1756119"/>
          <a:ext cx="511121" cy="5111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505E3-92EE-4565-8D14-9619F1359FDF}">
      <dsp:nvSpPr>
        <dsp:cNvPr id="0" name=""/>
        <dsp:cNvSpPr/>
      </dsp:nvSpPr>
      <dsp:spPr>
        <a:xfrm>
          <a:off x="2771012" y="1571058"/>
          <a:ext cx="2077217" cy="88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Healthcare</a:t>
          </a:r>
          <a:endParaRPr lang="en-US" sz="2400" kern="1200"/>
        </a:p>
      </dsp:txBody>
      <dsp:txXfrm>
        <a:off x="2771012" y="1571058"/>
        <a:ext cx="2077217" cy="881244"/>
      </dsp:txXfrm>
    </dsp:sp>
    <dsp:sp modelId="{607F254B-0997-4F71-AEDB-F29A509A13F9}">
      <dsp:nvSpPr>
        <dsp:cNvPr id="0" name=""/>
        <dsp:cNvSpPr/>
      </dsp:nvSpPr>
      <dsp:spPr>
        <a:xfrm>
          <a:off x="5210169" y="1571058"/>
          <a:ext cx="881244" cy="881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4B425D-E8F9-4043-B593-0F33B6AE84DA}">
      <dsp:nvSpPr>
        <dsp:cNvPr id="0" name=""/>
        <dsp:cNvSpPr/>
      </dsp:nvSpPr>
      <dsp:spPr>
        <a:xfrm>
          <a:off x="5395230" y="1756119"/>
          <a:ext cx="511121" cy="5111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5DBC0-841D-4870-84F4-278ACB5C0FA5}">
      <dsp:nvSpPr>
        <dsp:cNvPr id="0" name=""/>
        <dsp:cNvSpPr/>
      </dsp:nvSpPr>
      <dsp:spPr>
        <a:xfrm>
          <a:off x="6280251" y="1571058"/>
          <a:ext cx="2077217" cy="88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Education</a:t>
          </a:r>
          <a:endParaRPr lang="en-US" sz="2400" kern="1200"/>
        </a:p>
      </dsp:txBody>
      <dsp:txXfrm>
        <a:off x="6280251" y="1571058"/>
        <a:ext cx="2077217" cy="881244"/>
      </dsp:txXfrm>
    </dsp:sp>
    <dsp:sp modelId="{DF1E6CEE-1561-4EA7-A059-157AA78A9EF0}">
      <dsp:nvSpPr>
        <dsp:cNvPr id="0" name=""/>
        <dsp:cNvSpPr/>
      </dsp:nvSpPr>
      <dsp:spPr>
        <a:xfrm>
          <a:off x="1700930" y="3136273"/>
          <a:ext cx="881244" cy="881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25F476-CFF6-4503-813F-A4831EFFD9C3}">
      <dsp:nvSpPr>
        <dsp:cNvPr id="0" name=""/>
        <dsp:cNvSpPr/>
      </dsp:nvSpPr>
      <dsp:spPr>
        <a:xfrm>
          <a:off x="1885991" y="3321334"/>
          <a:ext cx="511121" cy="5111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1BA37-8FE8-425A-B7A7-518F40D3AD40}">
      <dsp:nvSpPr>
        <dsp:cNvPr id="0" name=""/>
        <dsp:cNvSpPr/>
      </dsp:nvSpPr>
      <dsp:spPr>
        <a:xfrm>
          <a:off x="2771012" y="3136273"/>
          <a:ext cx="2077217" cy="88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Banking</a:t>
          </a:r>
          <a:endParaRPr lang="en-US" sz="2400" kern="1200"/>
        </a:p>
      </dsp:txBody>
      <dsp:txXfrm>
        <a:off x="2771012" y="3136273"/>
        <a:ext cx="2077217" cy="8812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838B2-A8F8-462E-9184-41C39069B06D}">
      <dsp:nvSpPr>
        <dsp:cNvPr id="0" name=""/>
        <dsp:cNvSpPr/>
      </dsp:nvSpPr>
      <dsp:spPr>
        <a:xfrm>
          <a:off x="0" y="491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4983A-62DF-4126-BDD2-D32831425CF6}">
      <dsp:nvSpPr>
        <dsp:cNvPr id="0" name=""/>
        <dsp:cNvSpPr/>
      </dsp:nvSpPr>
      <dsp:spPr>
        <a:xfrm>
          <a:off x="0" y="491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1. Improves Accessibility</a:t>
          </a:r>
          <a:endParaRPr lang="en-US" sz="3700" kern="1200"/>
        </a:p>
      </dsp:txBody>
      <dsp:txXfrm>
        <a:off x="0" y="491"/>
        <a:ext cx="10058399" cy="804475"/>
      </dsp:txXfrm>
    </dsp:sp>
    <dsp:sp modelId="{BBD9FC07-3689-46DF-B511-5870D5AA07FC}">
      <dsp:nvSpPr>
        <dsp:cNvPr id="0" name=""/>
        <dsp:cNvSpPr/>
      </dsp:nvSpPr>
      <dsp:spPr>
        <a:xfrm>
          <a:off x="0" y="804966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81A2E-C502-4D62-94DF-BC6B3D0A030E}">
      <dsp:nvSpPr>
        <dsp:cNvPr id="0" name=""/>
        <dsp:cNvSpPr/>
      </dsp:nvSpPr>
      <dsp:spPr>
        <a:xfrm>
          <a:off x="0" y="804966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2. Saves Time</a:t>
          </a:r>
          <a:endParaRPr lang="en-US" sz="3700" kern="1200"/>
        </a:p>
      </dsp:txBody>
      <dsp:txXfrm>
        <a:off x="0" y="804966"/>
        <a:ext cx="10058399" cy="804475"/>
      </dsp:txXfrm>
    </dsp:sp>
    <dsp:sp modelId="{B1B8CD55-19D0-4C4F-B305-27B3301967C7}">
      <dsp:nvSpPr>
        <dsp:cNvPr id="0" name=""/>
        <dsp:cNvSpPr/>
      </dsp:nvSpPr>
      <dsp:spPr>
        <a:xfrm>
          <a:off x="0" y="1609442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600B4-6AE0-4BE5-87D4-6D7695829E45}">
      <dsp:nvSpPr>
        <dsp:cNvPr id="0" name=""/>
        <dsp:cNvSpPr/>
      </dsp:nvSpPr>
      <dsp:spPr>
        <a:xfrm>
          <a:off x="0" y="1609442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3. Hands-Free Technology</a:t>
          </a:r>
          <a:endParaRPr lang="en-US" sz="3700" kern="1200"/>
        </a:p>
      </dsp:txBody>
      <dsp:txXfrm>
        <a:off x="0" y="1609442"/>
        <a:ext cx="10058399" cy="804475"/>
      </dsp:txXfrm>
    </dsp:sp>
    <dsp:sp modelId="{760B52F4-D03B-4760-9D59-A9D0161608D7}">
      <dsp:nvSpPr>
        <dsp:cNvPr id="0" name=""/>
        <dsp:cNvSpPr/>
      </dsp:nvSpPr>
      <dsp:spPr>
        <a:xfrm>
          <a:off x="0" y="2413917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B5BF4-F0D2-466A-AC6E-2DC14AD985EE}">
      <dsp:nvSpPr>
        <dsp:cNvPr id="0" name=""/>
        <dsp:cNvSpPr/>
      </dsp:nvSpPr>
      <dsp:spPr>
        <a:xfrm>
          <a:off x="0" y="2413917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4. Business Automation</a:t>
          </a:r>
          <a:endParaRPr lang="en-US" sz="3700" kern="1200"/>
        </a:p>
      </dsp:txBody>
      <dsp:txXfrm>
        <a:off x="0" y="2413917"/>
        <a:ext cx="10058399" cy="804475"/>
      </dsp:txXfrm>
    </dsp:sp>
    <dsp:sp modelId="{3C88D18F-A7BF-46B7-93CF-10097E47B860}">
      <dsp:nvSpPr>
        <dsp:cNvPr id="0" name=""/>
        <dsp:cNvSpPr/>
      </dsp:nvSpPr>
      <dsp:spPr>
        <a:xfrm>
          <a:off x="0" y="3218393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F066C-4037-4565-8072-BDA6698BB670}">
      <dsp:nvSpPr>
        <dsp:cNvPr id="0" name=""/>
        <dsp:cNvSpPr/>
      </dsp:nvSpPr>
      <dsp:spPr>
        <a:xfrm>
          <a:off x="0" y="3218393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5. Supports Smart Living</a:t>
          </a:r>
          <a:endParaRPr lang="en-US" sz="3700" kern="1200"/>
        </a:p>
      </dsp:txBody>
      <dsp:txXfrm>
        <a:off x="0" y="3218393"/>
        <a:ext cx="10058399" cy="8044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838B2-A8F8-462E-9184-41C39069B06D}">
      <dsp:nvSpPr>
        <dsp:cNvPr id="0" name=""/>
        <dsp:cNvSpPr/>
      </dsp:nvSpPr>
      <dsp:spPr>
        <a:xfrm>
          <a:off x="0" y="491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4983A-62DF-4126-BDD2-D32831425CF6}">
      <dsp:nvSpPr>
        <dsp:cNvPr id="0" name=""/>
        <dsp:cNvSpPr/>
      </dsp:nvSpPr>
      <dsp:spPr>
        <a:xfrm>
          <a:off x="0" y="491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 dirty="0"/>
            <a:t>1. </a:t>
          </a:r>
          <a:r>
            <a:rPr lang="en-IN" sz="3700" kern="1200" dirty="0"/>
            <a:t>Accent recognition issues</a:t>
          </a:r>
          <a:endParaRPr lang="en-US" sz="3700" kern="1200" dirty="0"/>
        </a:p>
      </dsp:txBody>
      <dsp:txXfrm>
        <a:off x="0" y="491"/>
        <a:ext cx="10058399" cy="804475"/>
      </dsp:txXfrm>
    </dsp:sp>
    <dsp:sp modelId="{BBD9FC07-3689-46DF-B511-5870D5AA07FC}">
      <dsp:nvSpPr>
        <dsp:cNvPr id="0" name=""/>
        <dsp:cNvSpPr/>
      </dsp:nvSpPr>
      <dsp:spPr>
        <a:xfrm>
          <a:off x="0" y="804966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81A2E-C502-4D62-94DF-BC6B3D0A030E}">
      <dsp:nvSpPr>
        <dsp:cNvPr id="0" name=""/>
        <dsp:cNvSpPr/>
      </dsp:nvSpPr>
      <dsp:spPr>
        <a:xfrm>
          <a:off x="0" y="804966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 dirty="0"/>
            <a:t>2. </a:t>
          </a:r>
          <a:r>
            <a:rPr lang="en-IN" sz="3700" kern="1200" dirty="0"/>
            <a:t>Privacy concerns</a:t>
          </a:r>
          <a:endParaRPr lang="en-US" sz="3700" kern="1200" dirty="0"/>
        </a:p>
      </dsp:txBody>
      <dsp:txXfrm>
        <a:off x="0" y="804966"/>
        <a:ext cx="10058399" cy="804475"/>
      </dsp:txXfrm>
    </dsp:sp>
    <dsp:sp modelId="{B1B8CD55-19D0-4C4F-B305-27B3301967C7}">
      <dsp:nvSpPr>
        <dsp:cNvPr id="0" name=""/>
        <dsp:cNvSpPr/>
      </dsp:nvSpPr>
      <dsp:spPr>
        <a:xfrm>
          <a:off x="0" y="1609442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600B4-6AE0-4BE5-87D4-6D7695829E45}">
      <dsp:nvSpPr>
        <dsp:cNvPr id="0" name=""/>
        <dsp:cNvSpPr/>
      </dsp:nvSpPr>
      <dsp:spPr>
        <a:xfrm>
          <a:off x="0" y="1609442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 dirty="0"/>
            <a:t>3. </a:t>
          </a:r>
          <a:r>
            <a:rPr lang="en-IN" sz="3700" kern="1200" dirty="0"/>
            <a:t>Internet dependency</a:t>
          </a:r>
          <a:endParaRPr lang="en-US" sz="3700" kern="1200" dirty="0"/>
        </a:p>
      </dsp:txBody>
      <dsp:txXfrm>
        <a:off x="0" y="1609442"/>
        <a:ext cx="10058399" cy="804475"/>
      </dsp:txXfrm>
    </dsp:sp>
    <dsp:sp modelId="{760B52F4-D03B-4760-9D59-A9D0161608D7}">
      <dsp:nvSpPr>
        <dsp:cNvPr id="0" name=""/>
        <dsp:cNvSpPr/>
      </dsp:nvSpPr>
      <dsp:spPr>
        <a:xfrm>
          <a:off x="0" y="2413917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B5BF4-F0D2-466A-AC6E-2DC14AD985EE}">
      <dsp:nvSpPr>
        <dsp:cNvPr id="0" name=""/>
        <dsp:cNvSpPr/>
      </dsp:nvSpPr>
      <dsp:spPr>
        <a:xfrm>
          <a:off x="0" y="2413917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 dirty="0"/>
            <a:t>4. </a:t>
          </a:r>
          <a:r>
            <a:rPr lang="en-IN" sz="3700" kern="1200" dirty="0"/>
            <a:t>Background noise problems</a:t>
          </a:r>
          <a:endParaRPr lang="en-US" sz="3700" kern="1200" dirty="0"/>
        </a:p>
      </dsp:txBody>
      <dsp:txXfrm>
        <a:off x="0" y="2413917"/>
        <a:ext cx="10058399" cy="804475"/>
      </dsp:txXfrm>
    </dsp:sp>
    <dsp:sp modelId="{3C88D18F-A7BF-46B7-93CF-10097E47B860}">
      <dsp:nvSpPr>
        <dsp:cNvPr id="0" name=""/>
        <dsp:cNvSpPr/>
      </dsp:nvSpPr>
      <dsp:spPr>
        <a:xfrm>
          <a:off x="0" y="3218393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F066C-4037-4565-8072-BDA6698BB670}">
      <dsp:nvSpPr>
        <dsp:cNvPr id="0" name=""/>
        <dsp:cNvSpPr/>
      </dsp:nvSpPr>
      <dsp:spPr>
        <a:xfrm>
          <a:off x="0" y="3218393"/>
          <a:ext cx="10058399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 dirty="0"/>
            <a:t>5. </a:t>
          </a:r>
          <a:r>
            <a:rPr lang="en-IN" sz="3700" kern="1200" dirty="0"/>
            <a:t>Data security risks</a:t>
          </a:r>
          <a:endParaRPr lang="en-US" sz="3700" kern="1200" dirty="0"/>
        </a:p>
      </dsp:txBody>
      <dsp:txXfrm>
        <a:off x="0" y="3218393"/>
        <a:ext cx="10058399" cy="804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17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54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7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54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58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25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75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31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76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41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42A6E1C-8C94-445A-8378-14F1FFC802A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2E2A82E-C74B-4866-AE19-6710EA05069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69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8E25-575D-AF67-733D-B766ECE84B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VOICE ASSISTANTS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15402-E1E3-B017-46C6-7B06AE95F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0436" y="4455620"/>
            <a:ext cx="5358014" cy="1104671"/>
          </a:xfrm>
        </p:spPr>
        <p:txBody>
          <a:bodyPr>
            <a:normAutofit/>
          </a:bodyPr>
          <a:lstStyle/>
          <a:p>
            <a:r>
              <a:rPr lang="en-IN" sz="1800" dirty="0"/>
              <a:t>Mugash </a:t>
            </a:r>
            <a:r>
              <a:rPr lang="en-IN" sz="1800" dirty="0" err="1"/>
              <a:t>priyan</a:t>
            </a:r>
            <a:r>
              <a:rPr lang="en-IN" sz="1800" dirty="0"/>
              <a:t> U  [RA2212704010028]</a:t>
            </a:r>
          </a:p>
          <a:p>
            <a:r>
              <a:rPr lang="en-IN" sz="1800" dirty="0"/>
              <a:t>JAGADISH V             [RA2212704010025]</a:t>
            </a:r>
          </a:p>
        </p:txBody>
      </p:sp>
    </p:spTree>
    <p:extLst>
      <p:ext uri="{BB962C8B-B14F-4D97-AF65-F5344CB8AC3E}">
        <p14:creationId xmlns:p14="http://schemas.microsoft.com/office/powerpoint/2010/main" val="1599166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D81AA-3A85-A376-B2E7-BDA1389C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US"/>
              <a:t>What is a Voice Assistant?</a:t>
            </a:r>
            <a:endParaRPr lang="en-IN"/>
          </a:p>
        </p:txBody>
      </p:sp>
      <p:pic>
        <p:nvPicPr>
          <p:cNvPr id="1026" name="Picture 2" descr="AI Voice Assistant Interface with Microphone Icon and Speech Waveform">
            <a:extLst>
              <a:ext uri="{FF2B5EF4-FFF2-40B4-BE49-F238E27FC236}">
                <a16:creationId xmlns:a16="http://schemas.microsoft.com/office/drawing/2014/main" id="{B8968D4F-1776-99CF-4B73-839F87EED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814092"/>
            <a:ext cx="4020297" cy="201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smarthome living room controlled by man smart light recognizes commands voice control concept modern home interior sketch flow style horizontal">
            <a:extLst>
              <a:ext uri="{FF2B5EF4-FFF2-40B4-BE49-F238E27FC236}">
                <a16:creationId xmlns:a16="http://schemas.microsoft.com/office/drawing/2014/main" id="{530F3F0B-DF45-0DF0-F665-CE6A779BD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3335511"/>
            <a:ext cx="4020296" cy="2241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4C31E-C95C-58FE-EBBD-2E02EAF07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Voice assistants are AI systems that understand speech and respond using voice.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Mobile assistants</a:t>
            </a:r>
          </a:p>
          <a:p>
            <a:r>
              <a:rPr lang="en-US" dirty="0"/>
              <a:t>Smart speakers</a:t>
            </a:r>
          </a:p>
          <a:p>
            <a:r>
              <a:rPr lang="en-US" dirty="0"/>
              <a:t>Car voice systems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05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3C29-4129-5802-B292-D81162A4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 in Voice Assistants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FF30FC6-F7B9-6623-3457-DBB5446A9F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824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CF22-3C73-9AE7-550A-7C0E1793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Voice Assistants Work (Architecture)</a:t>
            </a:r>
            <a:endParaRPr lang="en-IN" dirty="0"/>
          </a:p>
        </p:txBody>
      </p:sp>
      <p:pic>
        <p:nvPicPr>
          <p:cNvPr id="3074" name="Picture 2" descr="Simplified block diagram of voice assistant | Download Scientific Diagram">
            <a:extLst>
              <a:ext uri="{FF2B5EF4-FFF2-40B4-BE49-F238E27FC236}">
                <a16:creationId xmlns:a16="http://schemas.microsoft.com/office/drawing/2014/main" id="{348C1290-36A5-BB3C-493F-63551CA76F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2181225"/>
            <a:ext cx="809625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123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3" name="Rectangle 7182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Speech-To-Text: How Automatic Speech Recognition Works">
            <a:extLst>
              <a:ext uri="{FF2B5EF4-FFF2-40B4-BE49-F238E27FC236}">
                <a16:creationId xmlns:a16="http://schemas.microsoft.com/office/drawing/2014/main" id="{D80F9AE0-F214-C9BD-4179-720603062C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80219" y="905933"/>
            <a:ext cx="8063566" cy="503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24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8802-84E3-A4FB-81E4-9C22C9EE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NLP Role in Voice Assistants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E6B2B0E-A1C9-724D-D686-C1E3501919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65121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849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AF08-CBCF-CD89-2B85-6B741476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Applications of Voice Assistants	</a:t>
            </a:r>
            <a:endParaRPr lang="en-IN" dirty="0"/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4B23C923-9DD7-D539-E783-6AA755880A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870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6016-7D4B-2005-9384-D6C09407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NLP in Voice Assistant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5FADF6-13DA-57FB-C1E1-611FBFC164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4482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E52B-E3E4-5822-BC79-4D3DC249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0DA9-147E-C1AE-283E-31C0AFCB9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/ 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E707E9-19E2-6A5D-DD82-8ED429423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676039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4523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E1C5C-48FB-6EA2-DBA4-99AEB3BB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IN" b="1" dirty="0"/>
              <a:t>Future of Voice Assistants</a:t>
            </a:r>
          </a:p>
        </p:txBody>
      </p:sp>
      <p:pic>
        <p:nvPicPr>
          <p:cNvPr id="8" name="Graphic 7" descr="Virtual RealityHeadset">
            <a:extLst>
              <a:ext uri="{FF2B5EF4-FFF2-40B4-BE49-F238E27FC236}">
                <a16:creationId xmlns:a16="http://schemas.microsoft.com/office/drawing/2014/main" id="{03A304B9-5365-BA28-F773-3934718FF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9F17CDAC-C72D-A123-0A67-83C0B85A59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684" y="2198914"/>
            <a:ext cx="5127172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Better multilingual support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Emotion detection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Offline voice assistants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Integration with AR/VR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More personalized assistants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08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B7FE3-B74D-CF78-2390-06C9366E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IN" dirty="0"/>
              <a:t>QUESTIONNAIRE</a:t>
            </a:r>
          </a:p>
        </p:txBody>
      </p:sp>
      <p:pic>
        <p:nvPicPr>
          <p:cNvPr id="7" name="Graphic 6" descr="Subtitles">
            <a:extLst>
              <a:ext uri="{FF2B5EF4-FFF2-40B4-BE49-F238E27FC236}">
                <a16:creationId xmlns:a16="http://schemas.microsoft.com/office/drawing/2014/main" id="{4E58A506-8CC1-E389-BD3F-0C35B5EE7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22511-08AC-F545-7E7A-BA2C5E94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>
            <a:normAutofit/>
          </a:bodyPr>
          <a:lstStyle/>
          <a:p>
            <a:r>
              <a:rPr lang="en-US" b="1" dirty="0"/>
              <a:t>Q1. What is the primary function of Automatic Speech Recognition (ASR)?</a:t>
            </a:r>
          </a:p>
          <a:p>
            <a:r>
              <a:rPr lang="en-US" dirty="0"/>
              <a:t>A) Convert text into audio</a:t>
            </a:r>
            <a:br>
              <a:rPr lang="en-US" dirty="0"/>
            </a:br>
            <a:r>
              <a:rPr lang="en-US" dirty="0"/>
              <a:t>B) Identify emotional tone</a:t>
            </a:r>
            <a:br>
              <a:rPr lang="en-US" dirty="0"/>
            </a:br>
            <a:r>
              <a:rPr lang="en-US" dirty="0"/>
              <a:t>C) Convert speech into text</a:t>
            </a:r>
            <a:br>
              <a:rPr lang="en-US" dirty="0"/>
            </a:br>
            <a:r>
              <a:rPr lang="en-US" dirty="0"/>
              <a:t>D) Generate chatbot responses</a:t>
            </a:r>
          </a:p>
          <a:p>
            <a:endParaRPr lang="en-US" dirty="0"/>
          </a:p>
          <a:p>
            <a:r>
              <a:rPr lang="en-US" b="1" dirty="0"/>
              <a:t>Answer:</a:t>
            </a:r>
            <a:r>
              <a:rPr lang="en-US" dirty="0"/>
              <a:t> C) Convert speech into text</a:t>
            </a: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06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B3488-FEBB-5618-8D17-2BA60709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678BD-47F8-3B2F-D62F-3FD5E1382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IN" dirty="0"/>
              <a:t>QUESTIONNAIRE</a:t>
            </a:r>
          </a:p>
        </p:txBody>
      </p:sp>
      <p:pic>
        <p:nvPicPr>
          <p:cNvPr id="7" name="Graphic 6" descr="Subtitles">
            <a:extLst>
              <a:ext uri="{FF2B5EF4-FFF2-40B4-BE49-F238E27FC236}">
                <a16:creationId xmlns:a16="http://schemas.microsoft.com/office/drawing/2014/main" id="{95A8376E-0BBD-4A88-1EC1-7A6F77497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488E2-3DB2-4F7F-5989-A7E6A46DB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>
            <a:normAutofit/>
          </a:bodyPr>
          <a:lstStyle/>
          <a:p>
            <a:r>
              <a:rPr lang="en-US" b="1" dirty="0"/>
              <a:t>Q2) Which of the following best describes personalization in voice assistants?</a:t>
            </a:r>
          </a:p>
          <a:p>
            <a:r>
              <a:rPr lang="en-US" dirty="0"/>
              <a:t>A) Using fixed responses for all users</a:t>
            </a:r>
            <a:br>
              <a:rPr lang="en-US" dirty="0"/>
            </a:br>
            <a:r>
              <a:rPr lang="en-US" dirty="0"/>
              <a:t>B) Learning user behavior and preferences</a:t>
            </a:r>
            <a:br>
              <a:rPr lang="en-US" dirty="0"/>
            </a:br>
            <a:r>
              <a:rPr lang="en-US" dirty="0"/>
              <a:t>C) Increasing hardware performance</a:t>
            </a:r>
            <a:br>
              <a:rPr lang="en-US" dirty="0"/>
            </a:br>
            <a:r>
              <a:rPr lang="en-US" dirty="0"/>
              <a:t>D) Reducing cloud storage</a:t>
            </a:r>
          </a:p>
          <a:p>
            <a:endParaRPr lang="en-IN" dirty="0"/>
          </a:p>
          <a:p>
            <a:r>
              <a:rPr lang="en-US" b="1" dirty="0"/>
              <a:t>Answer:</a:t>
            </a:r>
            <a:r>
              <a:rPr lang="en-US" dirty="0"/>
              <a:t> B) Learning user behavior and preferences</a:t>
            </a:r>
            <a:endParaRPr lang="en-IN" dirty="0"/>
          </a:p>
          <a:p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53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9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D81E3-2A60-9246-4B6D-2F8D4F9A8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7177C-8270-2B32-E653-42948366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IN" dirty="0"/>
              <a:t>QUESTIONNAIRE</a:t>
            </a:r>
          </a:p>
        </p:txBody>
      </p:sp>
      <p:pic>
        <p:nvPicPr>
          <p:cNvPr id="7" name="Graphic 6" descr="Subtitles">
            <a:extLst>
              <a:ext uri="{FF2B5EF4-FFF2-40B4-BE49-F238E27FC236}">
                <a16:creationId xmlns:a16="http://schemas.microsoft.com/office/drawing/2014/main" id="{CD160C09-6ACC-E7D1-D1BA-2F7CF7B83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00B95-EBDE-B605-872B-15C19AB5C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>
            <a:normAutofit/>
          </a:bodyPr>
          <a:lstStyle/>
          <a:p>
            <a:r>
              <a:rPr lang="en-US" b="1" dirty="0"/>
              <a:t>Q2) Which of the following best describes personalization in voice assistants?</a:t>
            </a:r>
          </a:p>
          <a:p>
            <a:r>
              <a:rPr lang="en-US" dirty="0"/>
              <a:t>A) Using fixed responses for all users</a:t>
            </a:r>
            <a:br>
              <a:rPr lang="en-US" dirty="0"/>
            </a:br>
            <a:r>
              <a:rPr lang="en-US" dirty="0"/>
              <a:t>B) Learning user behavior and preferences</a:t>
            </a:r>
            <a:br>
              <a:rPr lang="en-US" dirty="0"/>
            </a:br>
            <a:r>
              <a:rPr lang="en-US" dirty="0"/>
              <a:t>C) Increasing hardware performance</a:t>
            </a:r>
            <a:br>
              <a:rPr lang="en-US" dirty="0"/>
            </a:br>
            <a:r>
              <a:rPr lang="en-US" dirty="0"/>
              <a:t>D) Reducing cloud storage</a:t>
            </a:r>
          </a:p>
          <a:p>
            <a:endParaRPr lang="en-IN" dirty="0"/>
          </a:p>
          <a:p>
            <a:r>
              <a:rPr lang="en-US" b="1" dirty="0"/>
              <a:t>Answer:</a:t>
            </a:r>
            <a:r>
              <a:rPr lang="en-US" dirty="0"/>
              <a:t> B) Learning user behavior and preferences</a:t>
            </a:r>
            <a:endParaRPr lang="en-IN" dirty="0"/>
          </a:p>
          <a:p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91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9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1306</TotalTime>
  <Words>338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VOICE ASSISTANTS</vt:lpstr>
      <vt:lpstr>What is a Voice Assistant?</vt:lpstr>
      <vt:lpstr>Technologies Used in Voice Assistants</vt:lpstr>
      <vt:lpstr>How Voice Assistants Work (Architecture)</vt:lpstr>
      <vt:lpstr>PowerPoint Presentation</vt:lpstr>
      <vt:lpstr>NLP Role in Voice Assistants</vt:lpstr>
      <vt:lpstr>Applications of Voice Assistants </vt:lpstr>
      <vt:lpstr>Advantages of NLP in Voice Assistant</vt:lpstr>
      <vt:lpstr>Challenges / Limitations</vt:lpstr>
      <vt:lpstr>Future of Voice Assistants</vt:lpstr>
      <vt:lpstr>QUESTIONNAIRE</vt:lpstr>
      <vt:lpstr>QUESTIONNAIRE</vt:lpstr>
      <vt:lpstr>QUESTIONNAIRE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MUGASH PRIYAN U (RA2212704010028)</dc:creator>
  <cp:lastModifiedBy>MUGASH PRIYAN U (RA2212704010028)</cp:lastModifiedBy>
  <cp:revision>1</cp:revision>
  <dcterms:created xsi:type="dcterms:W3CDTF">2026-02-04T07:56:15Z</dcterms:created>
  <dcterms:modified xsi:type="dcterms:W3CDTF">2026-02-05T05:42:36Z</dcterms:modified>
</cp:coreProperties>
</file>